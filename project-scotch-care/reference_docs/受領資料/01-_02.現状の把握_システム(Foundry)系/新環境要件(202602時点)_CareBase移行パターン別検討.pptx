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5075" r:id="rId1"/>
    <p:sldMasterId id="2147485096" r:id="rId2"/>
    <p:sldMasterId id="2147485165" r:id="rId3"/>
  </p:sldMasterIdLst>
  <p:notesMasterIdLst>
    <p:notesMasterId r:id="rId12"/>
  </p:notesMasterIdLst>
  <p:handoutMasterIdLst>
    <p:handoutMasterId r:id="rId13"/>
  </p:handoutMasterIdLst>
  <p:sldIdLst>
    <p:sldId id="2147481287" r:id="rId4"/>
    <p:sldId id="2147481298" r:id="rId5"/>
    <p:sldId id="2147481525" r:id="rId6"/>
    <p:sldId id="2147481526" r:id="rId7"/>
    <p:sldId id="2147481531" r:id="rId8"/>
    <p:sldId id="2147481532" r:id="rId9"/>
    <p:sldId id="2147481528" r:id="rId10"/>
    <p:sldId id="2147481533" r:id="rId11"/>
  </p:sldIdLst>
  <p:sldSz cx="13247688" cy="7451725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1pPr>
    <a:lvl2pPr marL="488415" indent="-37570" algn="l" rtl="0" eaLnBrk="0" fontAlgn="base" hangingPunct="0">
      <a:spcBef>
        <a:spcPct val="0"/>
      </a:spcBef>
      <a:spcAft>
        <a:spcPct val="0"/>
      </a:spcAft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2pPr>
    <a:lvl3pPr marL="979962" indent="-78272" algn="l" rtl="0" eaLnBrk="0" fontAlgn="base" hangingPunct="0">
      <a:spcBef>
        <a:spcPct val="0"/>
      </a:spcBef>
      <a:spcAft>
        <a:spcPct val="0"/>
      </a:spcAft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3pPr>
    <a:lvl4pPr marL="1469943" indent="-117408" algn="l" rtl="0" eaLnBrk="0" fontAlgn="base" hangingPunct="0">
      <a:spcBef>
        <a:spcPct val="0"/>
      </a:spcBef>
      <a:spcAft>
        <a:spcPct val="0"/>
      </a:spcAft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4pPr>
    <a:lvl5pPr marL="1961489" indent="-158109" algn="l" rtl="0" eaLnBrk="0" fontAlgn="base" hangingPunct="0">
      <a:spcBef>
        <a:spcPct val="0"/>
      </a:spcBef>
      <a:spcAft>
        <a:spcPct val="0"/>
      </a:spcAft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5pPr>
    <a:lvl6pPr marL="2254225" algn="l" defTabSz="901690" rtl="0" eaLnBrk="1" latinLnBrk="0" hangingPunct="1"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6pPr>
    <a:lvl7pPr marL="2705070" algn="l" defTabSz="901690" rtl="0" eaLnBrk="1" latinLnBrk="0" hangingPunct="1"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7pPr>
    <a:lvl8pPr marL="3155914" algn="l" defTabSz="901690" rtl="0" eaLnBrk="1" latinLnBrk="0" hangingPunct="1"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8pPr>
    <a:lvl9pPr marL="3606759" algn="l" defTabSz="901690" rtl="0" eaLnBrk="1" latinLnBrk="0" hangingPunct="1">
      <a:defRPr kumimoji="1" sz="2564" kern="1200">
        <a:solidFill>
          <a:schemeClr val="tx1"/>
        </a:solidFill>
        <a:latin typeface="Microsoft Sans Serif" pitchFamily="34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941" userDrawn="1">
          <p15:clr>
            <a:srgbClr val="A4A3A4"/>
          </p15:clr>
        </p15:guide>
        <p15:guide id="3" pos="6565" userDrawn="1">
          <p15:clr>
            <a:srgbClr val="A4A3A4"/>
          </p15:clr>
        </p15:guide>
        <p15:guide id="4" pos="2065" userDrawn="1">
          <p15:clr>
            <a:srgbClr val="A4A3A4"/>
          </p15:clr>
        </p15:guide>
        <p15:guide id="5" pos="4229" userDrawn="1">
          <p15:clr>
            <a:srgbClr val="A4A3A4"/>
          </p15:clr>
        </p15:guide>
        <p15:guide id="6" orient="horz" pos="44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12 SDL" initials="AS" lastIdx="3" clrIdx="0"/>
  <p:cmAuthor id="2" name="宮形 洋平" initials="宮形" lastIdx="1" clrIdx="1">
    <p:extLst>
      <p:ext uri="{19B8F6BF-5375-455C-9EA6-DF929625EA0E}">
        <p15:presenceInfo xmlns:p15="http://schemas.microsoft.com/office/powerpoint/2012/main" userId="S::ymiyagata@sompo.io::a436cb3f-c2b3-4e9f-86f6-a9242380c1e0" providerId="AD"/>
      </p:ext>
    </p:extLst>
  </p:cmAuthor>
  <p:cmAuthor id="3" name="sup92817" initials="sup92817" lastIdx="3" clrIdx="2">
    <p:extLst>
      <p:ext uri="{19B8F6BF-5375-455C-9EA6-DF929625EA0E}">
        <p15:presenceInfo xmlns:p15="http://schemas.microsoft.com/office/powerpoint/2012/main" userId="sup92817" providerId="None"/>
      </p:ext>
    </p:extLst>
  </p:cmAuthor>
  <p:cmAuthor id="4" name="sup92678" initials="sup92678" lastIdx="2" clrIdx="3">
    <p:extLst>
      <p:ext uri="{19B8F6BF-5375-455C-9EA6-DF929625EA0E}">
        <p15:presenceInfo xmlns:p15="http://schemas.microsoft.com/office/powerpoint/2012/main" userId="sup9267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7D6D6"/>
    <a:srgbClr val="0070C0"/>
    <a:srgbClr val="FF0066"/>
    <a:srgbClr val="DEEBF7"/>
    <a:srgbClr val="00E5F0"/>
    <a:srgbClr val="E1E1E1"/>
    <a:srgbClr val="07C3E9"/>
    <a:srgbClr val="00B0F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48" autoAdjust="0"/>
    <p:restoredTop sz="95026" autoAdjust="0"/>
  </p:normalViewPr>
  <p:slideViewPr>
    <p:cSldViewPr snapToGrid="0">
      <p:cViewPr varScale="1">
        <p:scale>
          <a:sx n="76" d="100"/>
          <a:sy n="76" d="100"/>
        </p:scale>
        <p:origin x="955" y="43"/>
      </p:cViewPr>
      <p:guideLst>
        <p:guide orient="horz" pos="941"/>
        <p:guide pos="6565"/>
        <p:guide pos="2065"/>
        <p:guide pos="4229"/>
        <p:guide orient="horz" pos="4479"/>
      </p:guideLst>
    </p:cSldViewPr>
  </p:slideViewPr>
  <p:outlineViewPr>
    <p:cViewPr>
      <p:scale>
        <a:sx n="33" d="100"/>
        <a:sy n="33" d="100"/>
      </p:scale>
      <p:origin x="0" y="-2080"/>
    </p:cViewPr>
  </p:outlineViewPr>
  <p:notesTextViewPr>
    <p:cViewPr>
      <p:scale>
        <a:sx n="126" d="100"/>
        <a:sy n="126" d="100"/>
      </p:scale>
      <p:origin x="0" y="0"/>
    </p:cViewPr>
  </p:notesTextViewPr>
  <p:sorterViewPr>
    <p:cViewPr>
      <p:scale>
        <a:sx n="130" d="100"/>
        <a:sy n="130" d="100"/>
      </p:scale>
      <p:origin x="0" y="-8226"/>
    </p:cViewPr>
  </p:sorterViewPr>
  <p:notesViewPr>
    <p:cSldViewPr snapToGrid="0">
      <p:cViewPr varScale="1">
        <p:scale>
          <a:sx n="74" d="100"/>
          <a:sy n="74" d="100"/>
        </p:scale>
        <p:origin x="4062" y="84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Microsoft Sans Serif" panose="020B0604020202020204" pitchFamily="34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Microsoft Sans Serif" panose="020B0604020202020204" pitchFamily="34" charset="0"/>
                <a:ea typeface="ＭＳ Ｐゴシック" charset="-128"/>
              </a:defRPr>
            </a:lvl1pPr>
          </a:lstStyle>
          <a:p>
            <a:pPr>
              <a:defRPr/>
            </a:pPr>
            <a:fld id="{7D83C41D-700E-4CF7-81EA-D364A905ECDC}" type="datetime1">
              <a:rPr lang="ja-JP" altLang="en-US"/>
              <a:pPr>
                <a:defRPr/>
              </a:pPr>
              <a:t>2026/2/2</a:t>
            </a:fld>
            <a:endParaRPr lang="en-US" altLang="ja-JP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Microsoft Sans Serif" panose="020B0604020202020204" pitchFamily="34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E2D5ABA4-D23B-4DC0-9195-CD4EF2A784EB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39381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Microsoft Sans Serif" charset="-52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Microsoft Sans Serif" charset="-52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9375" y="739775"/>
            <a:ext cx="6577013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</a:t>
            </a:r>
            <a:r>
              <a:rPr lang="en-US" altLang="ja-JP" noProof="0"/>
              <a:t> </a:t>
            </a:r>
            <a:r>
              <a:rPr lang="ja-JP" altLang="en-US" noProof="0"/>
              <a:t>テキストの書式設定</a:t>
            </a:r>
            <a:endParaRPr lang="en-US" altLang="ja-JP" noProof="0"/>
          </a:p>
          <a:p>
            <a:pPr lvl="1"/>
            <a:r>
              <a:rPr lang="ja-JP" altLang="en-US" noProof="0"/>
              <a:t>第</a:t>
            </a:r>
            <a:r>
              <a:rPr lang="en-US" altLang="ja-JP" noProof="0"/>
              <a:t> 2 </a:t>
            </a:r>
            <a:r>
              <a:rPr lang="ja-JP" altLang="en-US" noProof="0"/>
              <a:t>レベル</a:t>
            </a:r>
            <a:endParaRPr lang="en-US" altLang="ja-JP" noProof="0"/>
          </a:p>
          <a:p>
            <a:pPr lvl="2"/>
            <a:r>
              <a:rPr lang="ja-JP" altLang="en-US" noProof="0"/>
              <a:t>第</a:t>
            </a:r>
            <a:r>
              <a:rPr lang="en-US" altLang="ja-JP" noProof="0"/>
              <a:t> 3 </a:t>
            </a:r>
            <a:r>
              <a:rPr lang="ja-JP" altLang="en-US" noProof="0"/>
              <a:t>レベル</a:t>
            </a:r>
            <a:endParaRPr lang="en-US" altLang="ja-JP" noProof="0"/>
          </a:p>
          <a:p>
            <a:pPr lvl="3"/>
            <a:r>
              <a:rPr lang="ja-JP" altLang="en-US" noProof="0"/>
              <a:t>第</a:t>
            </a:r>
            <a:r>
              <a:rPr lang="en-US" altLang="ja-JP" noProof="0"/>
              <a:t> 4 </a:t>
            </a:r>
            <a:r>
              <a:rPr lang="ja-JP" altLang="en-US" noProof="0"/>
              <a:t>レベル</a:t>
            </a:r>
            <a:endParaRPr lang="en-US" altLang="ja-JP" noProof="0"/>
          </a:p>
          <a:p>
            <a:pPr lvl="4"/>
            <a:r>
              <a:rPr lang="ja-JP" altLang="en-US" noProof="0"/>
              <a:t>第</a:t>
            </a:r>
            <a:r>
              <a:rPr lang="en-US" altLang="ja-JP" noProof="0"/>
              <a:t> 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Microsoft Sans Serif" charset="-52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5A2C17B0-6048-492E-A104-9AE0ECDBCCD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088792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82" kern="1200">
        <a:solidFill>
          <a:schemeClr val="tx1"/>
        </a:solidFill>
        <a:latin typeface="Microsoft Sans Serif" charset="-52"/>
        <a:ea typeface="ＭＳ Ｐゴシック" charset="-128"/>
        <a:cs typeface="ＭＳ Ｐゴシック" charset="-128"/>
      </a:defRPr>
    </a:lvl1pPr>
    <a:lvl2pPr marL="488415" algn="l" rtl="0" eaLnBrk="0" fontAlgn="base" hangingPunct="0">
      <a:spcBef>
        <a:spcPct val="30000"/>
      </a:spcBef>
      <a:spcAft>
        <a:spcPct val="0"/>
      </a:spcAft>
      <a:defRPr kumimoji="1" sz="1282" kern="1200">
        <a:solidFill>
          <a:schemeClr val="tx1"/>
        </a:solidFill>
        <a:latin typeface="Microsoft Sans Serif" charset="-52"/>
        <a:ea typeface="ＭＳ Ｐゴシック" charset="-128"/>
        <a:cs typeface="+mn-cs"/>
      </a:defRPr>
    </a:lvl2pPr>
    <a:lvl3pPr marL="979962" algn="l" rtl="0" eaLnBrk="0" fontAlgn="base" hangingPunct="0">
      <a:spcBef>
        <a:spcPct val="30000"/>
      </a:spcBef>
      <a:spcAft>
        <a:spcPct val="0"/>
      </a:spcAft>
      <a:defRPr kumimoji="1" sz="1282" kern="1200">
        <a:solidFill>
          <a:schemeClr val="tx1"/>
        </a:solidFill>
        <a:latin typeface="Microsoft Sans Serif" charset="-52"/>
        <a:ea typeface="ＭＳ Ｐゴシック" charset="-128"/>
        <a:cs typeface="+mn-cs"/>
      </a:defRPr>
    </a:lvl3pPr>
    <a:lvl4pPr marL="1469943" algn="l" rtl="0" eaLnBrk="0" fontAlgn="base" hangingPunct="0">
      <a:spcBef>
        <a:spcPct val="30000"/>
      </a:spcBef>
      <a:spcAft>
        <a:spcPct val="0"/>
      </a:spcAft>
      <a:defRPr kumimoji="1" sz="1282" kern="1200">
        <a:solidFill>
          <a:schemeClr val="tx1"/>
        </a:solidFill>
        <a:latin typeface="Microsoft Sans Serif" charset="-52"/>
        <a:ea typeface="ＭＳ Ｐゴシック" charset="-128"/>
        <a:cs typeface="+mn-cs"/>
      </a:defRPr>
    </a:lvl4pPr>
    <a:lvl5pPr marL="1961489" algn="l" rtl="0" eaLnBrk="0" fontAlgn="base" hangingPunct="0">
      <a:spcBef>
        <a:spcPct val="30000"/>
      </a:spcBef>
      <a:spcAft>
        <a:spcPct val="0"/>
      </a:spcAft>
      <a:defRPr kumimoji="1" sz="1282" kern="1200">
        <a:solidFill>
          <a:schemeClr val="tx1"/>
        </a:solidFill>
        <a:latin typeface="Microsoft Sans Serif" charset="-52"/>
        <a:ea typeface="ＭＳ Ｐゴシック" charset="-128"/>
        <a:cs typeface="+mn-cs"/>
      </a:defRPr>
    </a:lvl5pPr>
    <a:lvl6pPr marL="2452961" algn="l" defTabSz="490593" rtl="0" eaLnBrk="1" latinLnBrk="0" hangingPunct="1">
      <a:defRPr kumimoji="1" sz="1282" kern="1200">
        <a:solidFill>
          <a:schemeClr val="tx1"/>
        </a:solidFill>
        <a:latin typeface="+mn-lt"/>
        <a:ea typeface="+mn-ea"/>
        <a:cs typeface="+mn-cs"/>
      </a:defRPr>
    </a:lvl6pPr>
    <a:lvl7pPr marL="2943552" algn="l" defTabSz="490593" rtl="0" eaLnBrk="1" latinLnBrk="0" hangingPunct="1">
      <a:defRPr kumimoji="1" sz="1282" kern="1200">
        <a:solidFill>
          <a:schemeClr val="tx1"/>
        </a:solidFill>
        <a:latin typeface="+mn-lt"/>
        <a:ea typeface="+mn-ea"/>
        <a:cs typeface="+mn-cs"/>
      </a:defRPr>
    </a:lvl7pPr>
    <a:lvl8pPr marL="3434144" algn="l" defTabSz="490593" rtl="0" eaLnBrk="1" latinLnBrk="0" hangingPunct="1">
      <a:defRPr kumimoji="1" sz="1282" kern="1200">
        <a:solidFill>
          <a:schemeClr val="tx1"/>
        </a:solidFill>
        <a:latin typeface="+mn-lt"/>
        <a:ea typeface="+mn-ea"/>
        <a:cs typeface="+mn-cs"/>
      </a:defRPr>
    </a:lvl8pPr>
    <a:lvl9pPr marL="3924736" algn="l" defTabSz="490593" rtl="0" eaLnBrk="1" latinLnBrk="0" hangingPunct="1">
      <a:defRPr kumimoji="1" sz="12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9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4" Type="http://schemas.openxmlformats.org/officeDocument/2006/relationships/image" Target="../media/image9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15.png"/><Relationship Id="rId4" Type="http://schemas.openxmlformats.org/officeDocument/2006/relationships/image" Target="../media/image1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9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4" Type="http://schemas.openxmlformats.org/officeDocument/2006/relationships/image" Target="../media/image9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9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4" Type="http://schemas.openxmlformats.org/officeDocument/2006/relationships/image" Target="../media/image9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30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4" Type="http://schemas.openxmlformats.org/officeDocument/2006/relationships/image" Target="../media/image9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9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4" Type="http://schemas.openxmlformats.org/officeDocument/2006/relationships/image" Target="../media/image9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4" Type="http://schemas.openxmlformats.org/officeDocument/2006/relationships/image" Target="../media/image9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9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1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2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5" Type="http://schemas.openxmlformats.org/officeDocument/2006/relationships/image" Target="../media/image11.png"/><Relationship Id="rId4" Type="http://schemas.openxmlformats.org/officeDocument/2006/relationships/image" Target="../media/image13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5" Type="http://schemas.openxmlformats.org/officeDocument/2006/relationships/image" Target="../media/image14.png"/><Relationship Id="rId4" Type="http://schemas.openxmlformats.org/officeDocument/2006/relationships/image" Target="../media/image9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0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5" Type="http://schemas.openxmlformats.org/officeDocument/2006/relationships/image" Target="../media/image12.png"/><Relationship Id="rId4" Type="http://schemas.openxmlformats.org/officeDocument/2006/relationships/image" Target="../media/image9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2.xml"/><Relationship Id="rId4" Type="http://schemas.openxmlformats.org/officeDocument/2006/relationships/image" Target="../media/image9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4" Type="http://schemas.openxmlformats.org/officeDocument/2006/relationships/image" Target="../media/image9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5" Type="http://schemas.openxmlformats.org/officeDocument/2006/relationships/image" Target="../media/image15.png"/><Relationship Id="rId4" Type="http://schemas.openxmlformats.org/officeDocument/2006/relationships/image" Target="../media/image7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4" Type="http://schemas.openxmlformats.org/officeDocument/2006/relationships/image" Target="../media/image9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6.xml"/><Relationship Id="rId5" Type="http://schemas.openxmlformats.org/officeDocument/2006/relationships/image" Target="../media/image11.png"/><Relationship Id="rId4" Type="http://schemas.openxmlformats.org/officeDocument/2006/relationships/image" Target="../media/image9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7.xml"/><Relationship Id="rId4" Type="http://schemas.openxmlformats.org/officeDocument/2006/relationships/image" Target="../media/image9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8.xml"/><Relationship Id="rId4" Type="http://schemas.openxmlformats.org/officeDocument/2006/relationships/image" Target="../media/image9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9.xml"/><Relationship Id="rId4" Type="http://schemas.openxmlformats.org/officeDocument/2006/relationships/image" Target="../media/image9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0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1.xml"/><Relationship Id="rId4" Type="http://schemas.openxmlformats.org/officeDocument/2006/relationships/image" Target="../media/image9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0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4.xml"/><Relationship Id="rId4" Type="http://schemas.openxmlformats.org/officeDocument/2006/relationships/image" Target="../media/image5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5.xml"/><Relationship Id="rId4" Type="http://schemas.openxmlformats.org/officeDocument/2006/relationships/image" Target="../media/image5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6.xml"/><Relationship Id="rId5" Type="http://schemas.openxmlformats.org/officeDocument/2006/relationships/image" Target="../media/image10.png"/><Relationship Id="rId4" Type="http://schemas.openxmlformats.org/officeDocument/2006/relationships/image" Target="../media/image5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4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9.xml"/><Relationship Id="rId4" Type="http://schemas.openxmlformats.org/officeDocument/2006/relationships/image" Target="../media/image5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0.xml"/><Relationship Id="rId4" Type="http://schemas.openxmlformats.org/officeDocument/2006/relationships/image" Target="../media/image5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1.xml"/><Relationship Id="rId5" Type="http://schemas.openxmlformats.org/officeDocument/2006/relationships/image" Target="../media/image10.png"/><Relationship Id="rId4" Type="http://schemas.openxmlformats.org/officeDocument/2006/relationships/image" Target="../media/image5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2.xml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3.xml"/><Relationship Id="rId4" Type="http://schemas.openxmlformats.org/officeDocument/2006/relationships/image" Target="../media/image16.emf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6;p19">
            <a:extLst>
              <a:ext uri="{FF2B5EF4-FFF2-40B4-BE49-F238E27FC236}">
                <a16:creationId xmlns:a16="http://schemas.microsoft.com/office/drawing/2014/main" id="{D6C565C8-8485-B39B-4B80-5CB66AE9F20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05255" y="4508283"/>
            <a:ext cx="12963232" cy="2347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2A91ACBE-AE98-4D39-BE68-CF454FC18B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530" y="6063945"/>
            <a:ext cx="8468628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日付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856139-96C6-586D-B5FB-D8C62E6D8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531" y="2865706"/>
            <a:ext cx="8468627" cy="492443"/>
          </a:xfrm>
          <a:prstGeom prst="rect">
            <a:avLst/>
          </a:prstGeom>
          <a:noFill/>
        </p:spPr>
        <p:txBody>
          <a:bodyPr wrap="square" lIns="0" anchor="t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="1" i="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6" name="テキスト プレースホルダー 14">
            <a:extLst>
              <a:ext uri="{FF2B5EF4-FFF2-40B4-BE49-F238E27FC236}">
                <a16:creationId xmlns:a16="http://schemas.microsoft.com/office/drawing/2014/main" id="{961B3D26-C653-0D9B-7DBC-8B9C29BECF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89531" y="5309190"/>
            <a:ext cx="8468627" cy="23121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ts val="1782"/>
              </a:lnSpc>
              <a:spcBef>
                <a:spcPts val="0"/>
              </a:spcBef>
              <a:buNone/>
              <a:defRPr sz="2000" b="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部署</a:t>
            </a:r>
          </a:p>
        </p:txBody>
      </p:sp>
      <p:pic>
        <p:nvPicPr>
          <p:cNvPr id="7" name="図 13">
            <a:extLst>
              <a:ext uri="{FF2B5EF4-FFF2-40B4-BE49-F238E27FC236}">
                <a16:creationId xmlns:a16="http://schemas.microsoft.com/office/drawing/2014/main" id="{6999CA49-135B-210F-4BFD-D412D0FC3F99}"/>
              </a:ext>
            </a:extLst>
          </p:cNvPr>
          <p:cNvPicPr>
            <a:picLocks/>
          </p:cNvPicPr>
          <p:nvPr userDrawn="1"/>
        </p:nvPicPr>
        <p:blipFill>
          <a:blip r:embed="rId3">
            <a:lum bright="-100000" contrast="96000"/>
            <a:duotone>
              <a:srgbClr val="FF6600"/>
              <a:srgbClr val="FFF1C1"/>
            </a:duotone>
            <a:alphaModFix amt="0"/>
          </a:blip>
          <a:srcRect/>
          <a:stretch>
            <a:fillRect/>
          </a:stretch>
        </p:blipFill>
        <p:spPr bwMode="auto">
          <a:xfrm>
            <a:off x="267715" y="629518"/>
            <a:ext cx="12716426" cy="24830"/>
          </a:xfrm>
          <a:prstGeom prst="rect">
            <a:avLst/>
          </a:prstGeom>
          <a:solidFill>
            <a:srgbClr val="C8003F"/>
          </a:solidFill>
          <a:ln w="9525">
            <a:noFill/>
            <a:miter lim="800000"/>
            <a:headEnd/>
            <a:tailEnd/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A9258D8-3ED7-DB8D-E39E-5A0DCCA283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913" y="94901"/>
            <a:ext cx="1831155" cy="5265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29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6E67F5C-0723-B93E-3B0E-EA9A151ED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42172" y="3133350"/>
            <a:ext cx="4844653" cy="118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0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B3F87E2-24DB-2045-BE60-67589AAE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64" y="197470"/>
            <a:ext cx="8922957" cy="37227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defTabSz="993587" fontAlgn="ctr" latinLnBrk="0">
              <a:lnSpc>
                <a:spcPct val="100000"/>
              </a:lnSpc>
              <a:spcAft>
                <a:spcPts val="0"/>
              </a:spcAft>
              <a:buNone/>
            </a:pPr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399C7C6-7770-0802-F680-64318DAB7A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244" y="816917"/>
            <a:ext cx="12715200" cy="6276614"/>
          </a:xfrm>
        </p:spPr>
        <p:txBody>
          <a:bodyPr/>
          <a:lstStyle>
            <a:lvl1pPr marL="180975" indent="-180975">
              <a:buClr>
                <a:schemeClr val="tx1"/>
              </a:buClr>
              <a:buFont typeface="Wingdings" panose="05000000000000000000" pitchFamily="2" charset="2"/>
              <a:buChar char="n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41338" indent="-180975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93763" indent="-173038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254125" indent="-179388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14488" indent="-179388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8143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メッセージ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B3F87E2-24DB-2045-BE60-67589AAE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64" y="197470"/>
            <a:ext cx="8922957" cy="37227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defTabSz="993587" fontAlgn="ctr" latinLnBrk="0">
              <a:lnSpc>
                <a:spcPct val="100000"/>
              </a:lnSpc>
              <a:spcAft>
                <a:spcPts val="0"/>
              </a:spcAft>
              <a:buNone/>
            </a:pPr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399C7C6-7770-0802-F680-64318DAB7A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6244" y="816917"/>
            <a:ext cx="12715200" cy="6480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 marL="180975" indent="-180975">
              <a:buClr>
                <a:schemeClr val="tx1"/>
              </a:buClr>
              <a:buFont typeface="Wingdings" panose="05000000000000000000" pitchFamily="2" charset="2"/>
              <a:buChar char="n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541338" indent="-180975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93763" indent="-173038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254125" indent="-179388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14488" indent="-179388">
              <a:buClr>
                <a:schemeClr val="tx1"/>
              </a:buClr>
              <a:buFont typeface="Wingdings" panose="05000000000000000000" pitchFamily="2" charset="2"/>
              <a:buChar char="l"/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4849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B3F87E2-24DB-2045-BE60-67589AAE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64" y="197470"/>
            <a:ext cx="8922957" cy="37227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ja-JP" altLang="en-US" sz="2800" dirty="0"/>
            </a:lvl1pPr>
          </a:lstStyle>
          <a:p>
            <a:pPr lvl="0" defTabSz="993587" fontAlgn="ctr" latinLnBrk="0">
              <a:lnSpc>
                <a:spcPct val="100000"/>
              </a:lnSpc>
              <a:spcAft>
                <a:spcPts val="0"/>
              </a:spcAft>
              <a:buNone/>
            </a:pPr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215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523076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2496" cy="172494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868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4825702" y="4801883"/>
            <a:ext cx="3600450" cy="474412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2608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Date</a:t>
            </a:r>
          </a:p>
        </p:txBody>
      </p:sp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 bwMode="ltGray">
          <a:xfrm>
            <a:off x="2164023" y="2268563"/>
            <a:ext cx="8923810" cy="11735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>
              <a:lnSpc>
                <a:spcPct val="93000"/>
              </a:lnSpc>
              <a:defRPr sz="3477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E433FF05-6BFD-48D2-AFC7-046258F3234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172" y="268011"/>
            <a:ext cx="3515444" cy="601216"/>
          </a:xfrm>
          <a:prstGeom prst="rect">
            <a:avLst/>
          </a:prstGeom>
        </p:spPr>
      </p:pic>
      <p:pic>
        <p:nvPicPr>
          <p:cNvPr id="16" name="図 13">
            <a:extLst>
              <a:ext uri="{FF2B5EF4-FFF2-40B4-BE49-F238E27FC236}">
                <a16:creationId xmlns:a16="http://schemas.microsoft.com/office/drawing/2014/main" id="{7B7D617A-9BF6-4A2A-8184-9581DE7E7E85}"/>
              </a:ext>
            </a:extLst>
          </p:cNvPr>
          <p:cNvPicPr>
            <a:picLocks/>
          </p:cNvPicPr>
          <p:nvPr userDrawn="1"/>
        </p:nvPicPr>
        <p:blipFill>
          <a:blip r:embed="rId7">
            <a:lum bright="-100000" contrast="96000"/>
            <a:duotone>
              <a:srgbClr val="FF6600"/>
              <a:srgbClr val="FFF1C1"/>
            </a:duotone>
            <a:alphaModFix amt="0"/>
          </a:blip>
          <a:srcRect/>
          <a:stretch>
            <a:fillRect/>
          </a:stretch>
        </p:blipFill>
        <p:spPr bwMode="auto">
          <a:xfrm>
            <a:off x="892382" y="3581962"/>
            <a:ext cx="11467093" cy="24830"/>
          </a:xfrm>
          <a:prstGeom prst="rect">
            <a:avLst/>
          </a:prstGeom>
          <a:solidFill>
            <a:srgbClr val="CE002C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820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D89D32B-AF5C-496C-B4AD-0454E80A56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9561772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D89D32B-AF5C-496C-B4AD-0454E80A5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11701675" cy="518026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8" b="0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正方形/長方形 11">
            <a:extLst>
              <a:ext uri="{FF2B5EF4-FFF2-40B4-BE49-F238E27FC236}">
                <a16:creationId xmlns:a16="http://schemas.microsoft.com/office/drawing/2014/main" id="{BA6EA3D8-31B8-4DE2-BF41-6823280B0619}"/>
              </a:ext>
            </a:extLst>
          </p:cNvPr>
          <p:cNvSpPr/>
          <p:nvPr userDrawn="1"/>
        </p:nvSpPr>
        <p:spPr bwMode="auto">
          <a:xfrm flipV="1">
            <a:off x="0" y="776197"/>
            <a:ext cx="11074271" cy="78233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0">
                <a:srgbClr val="FFFFFF">
                  <a:alpha val="0"/>
                </a:srgbClr>
              </a:gs>
              <a:gs pos="90000">
                <a:schemeClr val="accent2"/>
              </a:gs>
            </a:gsLst>
            <a:lin ang="10800000" scaled="0"/>
            <a:tileRect/>
          </a:gradFill>
          <a:ln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 sz="2786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テキスト プレースホルダー 147">
            <a:extLst>
              <a:ext uri="{FF2B5EF4-FFF2-40B4-BE49-F238E27FC236}">
                <a16:creationId xmlns:a16="http://schemas.microsoft.com/office/drawing/2014/main" id="{07793F15-DB83-4A49-88EF-2A4546BC08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3967" y="1045543"/>
            <a:ext cx="12519699" cy="528075"/>
          </a:xfrm>
          <a:solidFill>
            <a:srgbClr val="F2F2F2"/>
          </a:solidFill>
        </p:spPr>
        <p:txBody>
          <a:bodyPr lIns="36000" tIns="36000" rIns="36000" bIns="36000"/>
          <a:lstStyle>
            <a:lvl1pPr>
              <a:defRPr sz="1956">
                <a:latin typeface="+mn-lt"/>
                <a:ea typeface="+mn-ea"/>
                <a:cs typeface="+mn-cs"/>
              </a:defRPr>
            </a:lvl1pPr>
          </a:lstStyle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76477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53A4A29-6904-4E48-9537-D2205391B3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720045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53A4A29-6904-4E48-9537-D2205391B3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11701675" cy="518026"/>
          </a:xfrm>
        </p:spPr>
        <p:txBody>
          <a:bodyPr vert="horz"/>
          <a:lstStyle>
            <a:lvl1pPr>
              <a:defRPr sz="2608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399" y="1738737"/>
            <a:ext cx="12518891" cy="491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73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73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73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42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42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正方形/長方形 11">
            <a:extLst>
              <a:ext uri="{FF2B5EF4-FFF2-40B4-BE49-F238E27FC236}">
                <a16:creationId xmlns:a16="http://schemas.microsoft.com/office/drawing/2014/main" id="{0EADB7A4-3577-44F4-B80D-F430DB472EB2}"/>
              </a:ext>
            </a:extLst>
          </p:cNvPr>
          <p:cNvSpPr/>
          <p:nvPr userDrawn="1"/>
        </p:nvSpPr>
        <p:spPr bwMode="auto">
          <a:xfrm flipV="1">
            <a:off x="0" y="776197"/>
            <a:ext cx="11074271" cy="78233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0">
                <a:srgbClr val="FFFFFF">
                  <a:alpha val="0"/>
                </a:srgbClr>
              </a:gs>
              <a:gs pos="90000">
                <a:schemeClr val="accent2"/>
              </a:gs>
            </a:gsLst>
            <a:lin ang="10800000" scaled="0"/>
            <a:tileRect/>
          </a:gradFill>
          <a:ln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 sz="2786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テキスト プレースホルダー 147">
            <a:extLst>
              <a:ext uri="{FF2B5EF4-FFF2-40B4-BE49-F238E27FC236}">
                <a16:creationId xmlns:a16="http://schemas.microsoft.com/office/drawing/2014/main" id="{9E9B9F1D-0AEC-47D2-8802-93C24E7D4A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3967" y="1045543"/>
            <a:ext cx="12519699" cy="528075"/>
          </a:xfrm>
        </p:spPr>
        <p:txBody>
          <a:bodyPr lIns="36000" tIns="36000" rIns="36000" bIns="36000"/>
          <a:lstStyle>
            <a:lvl1pPr>
              <a:defRPr sz="1956">
                <a:latin typeface="+mn-lt"/>
                <a:ea typeface="+mn-ea"/>
                <a:cs typeface="+mn-cs"/>
              </a:defRPr>
            </a:lvl1pPr>
          </a:lstStyle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85845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2FECA8-6368-44C3-BDDE-AFD941AC82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859466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2FECA8-6368-44C3-BDDE-AFD941AC82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422"/>
            <a:ext cx="5100881" cy="745314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356" tIns="49678" rIns="99356" bIns="496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364398" y="1677968"/>
            <a:ext cx="4071491" cy="1625291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2608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4085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D68846C-1B50-4477-8673-DDB63C1681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0471794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D68846C-1B50-4477-8673-DDB63C1681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395986" y="2899024"/>
            <a:ext cx="10453516" cy="3478152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93587" rtl="0" eaLnBrk="1" fontAlgn="auto" latinLnBrk="0" hangingPunct="1">
              <a:lnSpc>
                <a:spcPts val="6520"/>
              </a:lnSpc>
              <a:spcBef>
                <a:spcPts val="0"/>
              </a:spcBef>
              <a:spcAft>
                <a:spcPts val="0"/>
              </a:spcAft>
              <a:defRPr lang="en-US" sz="5868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395987" y="1551770"/>
            <a:ext cx="1029730" cy="1029716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5C80B9ED-4FD3-4C3E-BA97-4D48F4F29215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32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E2D7D7-32C1-4398-BC19-DB47BE5F2C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5713295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E2D7D7-32C1-4398-BC19-DB47BE5F2C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84551" y="4158102"/>
            <a:ext cx="11883802" cy="2217915"/>
          </a:xfrm>
        </p:spPr>
        <p:txBody>
          <a:bodyPr vert="horz" anchor="t">
            <a:noAutofit/>
          </a:bodyPr>
          <a:lstStyle>
            <a:lvl1pPr>
              <a:defRPr sz="5868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72487" y="3998610"/>
            <a:ext cx="12578680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01167CE7-84C9-4152-A6FA-FAC28CE46F3F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37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48A090C-D6FE-4FF7-835D-BEAEABB17F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139327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48A090C-D6FE-4FF7-835D-BEAEABB17F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416977" y="0"/>
            <a:ext cx="453054" cy="7451725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white">
          <a:xfrm>
            <a:off x="0" y="0"/>
            <a:ext cx="4432747" cy="7451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364399" y="2913217"/>
            <a:ext cx="3718872" cy="162529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08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スライド番号プレースホルダ 5">
            <a:extLst>
              <a:ext uri="{FF2B5EF4-FFF2-40B4-BE49-F238E27FC236}">
                <a16:creationId xmlns:a16="http://schemas.microsoft.com/office/drawing/2014/main" id="{E4D175C3-DE2A-4014-BFF3-AF8196309754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12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A13C29B-5C10-426A-ADBF-EF50C4C5E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546283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A13C29B-5C10-426A-ADBF-EF50C4C5E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786066" y="0"/>
            <a:ext cx="453054" cy="745172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792966" cy="7451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7118720" cy="518026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8" b="0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CE1DDAD0-0D94-4BEC-A748-E583DC83F0D3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11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A95EEE4-F4FC-40F5-8251-4CE44749CA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8609281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A95EEE4-F4FC-40F5-8251-4CE44749C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988941" y="0"/>
            <a:ext cx="453054" cy="7451725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364399" y="2913217"/>
            <a:ext cx="3718872" cy="162529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08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434111" y="-1422"/>
            <a:ext cx="8813578" cy="74531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スライド番号プレースホルダ 5">
            <a:extLst>
              <a:ext uri="{FF2B5EF4-FFF2-40B4-BE49-F238E27FC236}">
                <a16:creationId xmlns:a16="http://schemas.microsoft.com/office/drawing/2014/main" id="{F813BFDB-8468-4CC6-BB0F-C653FE198CA8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53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4773B67-47F7-452A-A1FD-7DB432B5ED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7986675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4773B67-47F7-452A-A1FD-7DB432B5ED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6182235" y="0"/>
            <a:ext cx="453054" cy="745172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623844" y="0"/>
            <a:ext cx="6623844" cy="7451725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619521" y="0"/>
            <a:ext cx="6628165" cy="7451725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956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364398" y="1940187"/>
            <a:ext cx="5088538" cy="3571352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78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スライド番号プレースホルダ 5">
            <a:extLst>
              <a:ext uri="{FF2B5EF4-FFF2-40B4-BE49-F238E27FC236}">
                <a16:creationId xmlns:a16="http://schemas.microsoft.com/office/drawing/2014/main" id="{0CF6C355-6784-4497-8E54-041AD605058F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92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0E5CC33-D2C1-44A7-B78B-B2707F64AD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3074425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0E5CC33-D2C1-44A7-B78B-B2707F64AD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8051458" y="0"/>
            <a:ext cx="453054" cy="7451725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8496627" y="0"/>
            <a:ext cx="4751062" cy="7451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497150" y="0"/>
            <a:ext cx="4750538" cy="7451725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739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364398" y="1960886"/>
            <a:ext cx="7108671" cy="357135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78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スライド番号プレースホルダ 5">
            <a:extLst>
              <a:ext uri="{FF2B5EF4-FFF2-40B4-BE49-F238E27FC236}">
                <a16:creationId xmlns:a16="http://schemas.microsoft.com/office/drawing/2014/main" id="{34CA1017-D7F9-4721-A135-3CC38EFED126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84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148A54A-038C-4692-898C-08DFAA4654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4478512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148A54A-038C-4692-898C-08DFAA4654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656" y="1423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364398" y="3003512"/>
            <a:ext cx="3013412" cy="1428096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08" baseline="0">
                <a:solidFill>
                  <a:schemeClr val="tx2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76" y="3901234"/>
            <a:ext cx="1483465" cy="3675839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51D4BE7C-E5FC-4979-99C9-98574929850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89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637EA1C-09C9-435B-9A3D-59B4956875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2384874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6637EA1C-09C9-435B-9A3D-59B4956875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4398" y="3003512"/>
            <a:ext cx="3013412" cy="1428096"/>
          </a:xfrm>
        </p:spPr>
        <p:txBody>
          <a:bodyPr vert="horz" anchor="ctr" anchorCtr="0">
            <a:noAutofit/>
          </a:bodyPr>
          <a:lstStyle>
            <a:lvl1pPr>
              <a:defRPr sz="2608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362941" y="3697425"/>
            <a:ext cx="2927993" cy="3761442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2" name="スライド番号プレースホルダ 5">
            <a:extLst>
              <a:ext uri="{FF2B5EF4-FFF2-40B4-BE49-F238E27FC236}">
                <a16:creationId xmlns:a16="http://schemas.microsoft.com/office/drawing/2014/main" id="{AC0D8C8F-6E81-4965-B33E-95DC751420C5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33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2042397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896829" cy="7451725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64399" y="1940187"/>
            <a:ext cx="4734131" cy="357135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781" b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33" y="3688259"/>
            <a:ext cx="1411017" cy="3881107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スライド番号プレースホルダ 5">
            <a:extLst>
              <a:ext uri="{FF2B5EF4-FFF2-40B4-BE49-F238E27FC236}">
                <a16:creationId xmlns:a16="http://schemas.microsoft.com/office/drawing/2014/main" id="{E581BD41-E72B-4745-BEA9-53D3D8F5D3CD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00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CE72CAB-E743-4F5F-8DE2-CBC1547833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414770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CE72CAB-E743-4F5F-8DE2-CBC1547833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896829" cy="7451725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64399" y="1940187"/>
            <a:ext cx="4734131" cy="357135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781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887878" y="3712063"/>
            <a:ext cx="2927993" cy="3739662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2" name="スライド番号プレースホルダ 5">
            <a:extLst>
              <a:ext uri="{FF2B5EF4-FFF2-40B4-BE49-F238E27FC236}">
                <a16:creationId xmlns:a16="http://schemas.microsoft.com/office/drawing/2014/main" id="{8397174C-4A12-4E7E-BA42-9B4A9533D29A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45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B804319-24A4-4E6B-BEB8-477095DDD0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058016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B804319-24A4-4E6B-BEB8-477095DDD0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914556" cy="7451725"/>
          </a:xfrm>
          <a:prstGeom prst="homePlate">
            <a:avLst>
              <a:gd name="adj" fmla="val 129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5398483" cy="518026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8" b="0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194" y="3900373"/>
            <a:ext cx="1483465" cy="3675839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スライド番号プレースホルダ 5">
            <a:extLst>
              <a:ext uri="{FF2B5EF4-FFF2-40B4-BE49-F238E27FC236}">
                <a16:creationId xmlns:a16="http://schemas.microsoft.com/office/drawing/2014/main" id="{E0B62B26-2B59-4095-B165-14950E4C0F6B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45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C7F3FD8-6683-4A43-990A-9442DD01DA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4350479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C7F3FD8-6683-4A43-990A-9442DD01DA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914556" cy="7451725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5398483" cy="518026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8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846372" y="3702831"/>
            <a:ext cx="2927993" cy="3755799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7" name="スライド番号プレースホルダ 5">
            <a:extLst>
              <a:ext uri="{FF2B5EF4-FFF2-40B4-BE49-F238E27FC236}">
                <a16:creationId xmlns:a16="http://schemas.microsoft.com/office/drawing/2014/main" id="{9CFDD063-70BD-4691-8FC4-C891AC9E7229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40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765FDB1-B7C7-48F8-B73F-ABBF4B62EF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222377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765FDB1-B7C7-48F8-B73F-ABBF4B62EF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9177587" cy="7451725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7118720" cy="518026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8" b="0" i="0" u="none" kern="1200" spc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17" y="3900373"/>
            <a:ext cx="1483465" cy="3675839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スライド番号プレースホルダ 5">
            <a:extLst>
              <a:ext uri="{FF2B5EF4-FFF2-40B4-BE49-F238E27FC236}">
                <a16:creationId xmlns:a16="http://schemas.microsoft.com/office/drawing/2014/main" id="{45C6DF11-C428-4213-8C0C-C91EA39081E8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82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AC34134-935B-4AB2-AD72-6DC37A9D11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6909170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AC34134-935B-4AB2-AD72-6DC37A9D11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9177587" cy="7451725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7118720" cy="518026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608" b="0" i="0" u="none" kern="1200" spc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7136310" y="3702831"/>
            <a:ext cx="2927993" cy="3755799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6" name="スライド番号プレースホルダ 5">
            <a:extLst>
              <a:ext uri="{FF2B5EF4-FFF2-40B4-BE49-F238E27FC236}">
                <a16:creationId xmlns:a16="http://schemas.microsoft.com/office/drawing/2014/main" id="{AA5CCA2E-2274-4642-AD4F-03F2545012EA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754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3707307-BBCF-4806-9D25-040CBA4C25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0584542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3707307-BBCF-4806-9D25-040CBA4C25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64399" y="4157594"/>
            <a:ext cx="12518891" cy="1745636"/>
          </a:xfrm>
        </p:spPr>
        <p:txBody>
          <a:bodyPr vert="horz" anchor="b">
            <a:noAutofit/>
          </a:bodyPr>
          <a:lstStyle>
            <a:lvl1pPr marL="0" algn="l" defTabSz="993587" rtl="0" eaLnBrk="1" fontAlgn="auto" latinLnBrk="0" hangingPunct="1">
              <a:lnSpc>
                <a:spcPts val="6520"/>
              </a:lnSpc>
              <a:spcBef>
                <a:spcPts val="0"/>
              </a:spcBef>
              <a:spcAft>
                <a:spcPts val="0"/>
              </a:spcAft>
              <a:defRPr lang="en-US" sz="5868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358E2935-1A08-4847-98B6-66F440ADA4FC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29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017EFA6-94C5-46BB-834B-0771BB170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7054525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017EFA6-94C5-46BB-834B-0771BB170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684551" y="679625"/>
            <a:ext cx="1013448" cy="101343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84551" y="4157594"/>
            <a:ext cx="11879890" cy="1745636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93587" rtl="0" eaLnBrk="1" fontAlgn="auto" latinLnBrk="0" hangingPunct="1">
              <a:lnSpc>
                <a:spcPts val="6520"/>
              </a:lnSpc>
              <a:spcBef>
                <a:spcPts val="0"/>
              </a:spcBef>
              <a:spcAft>
                <a:spcPts val="0"/>
              </a:spcAft>
              <a:defRPr lang="en-US" sz="5868" kern="1200" baseline="0" dirty="0">
                <a:solidFill>
                  <a:schemeClr val="accent4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70528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715876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7386049" y="110153"/>
            <a:ext cx="835855" cy="10887423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1"/>
            <a:ext cx="13247688" cy="6375294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8" name="スライド番号プレースホルダ 5">
            <a:extLst>
              <a:ext uri="{FF2B5EF4-FFF2-40B4-BE49-F238E27FC236}">
                <a16:creationId xmlns:a16="http://schemas.microsoft.com/office/drawing/2014/main" id="{4FE0226D-0B60-43EF-810D-E587A097AFB1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80413BD-F0E9-415E-A438-671836C50A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1724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80413BD-F0E9-415E-A438-671836C50A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11701675" cy="518026"/>
          </a:xfrm>
        </p:spPr>
        <p:txBody>
          <a:bodyPr vert="horz"/>
          <a:lstStyle>
            <a:lvl1pPr>
              <a:defRPr sz="2608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4C25978A-05DC-428E-A146-228423B845FC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4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B5F76C2-1212-4708-B4F0-AC740583A2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57080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B5F76C2-1212-4708-B4F0-AC740583A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8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8558079-9974-44C2-AE35-0EF93ED3CC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00635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8558079-9974-44C2-AE35-0EF93ED3CC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D7B5BBE7-5EFE-47EE-AE37-D8032442F24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57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41C1AE6-E5F0-4A23-8406-48E4E2B4B0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2092091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41C1AE6-E5F0-4A23-8406-48E4E2B4B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782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1958668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グループ化 2">
            <a:extLst>
              <a:ext uri="{FF2B5EF4-FFF2-40B4-BE49-F238E27FC236}">
                <a16:creationId xmlns:a16="http://schemas.microsoft.com/office/drawing/2014/main" id="{16005B51-8F7C-456B-833D-E92DB2A5292D}"/>
              </a:ext>
            </a:extLst>
          </p:cNvPr>
          <p:cNvGrpSpPr/>
          <p:nvPr userDrawn="1"/>
        </p:nvGrpSpPr>
        <p:grpSpPr>
          <a:xfrm>
            <a:off x="892382" y="3038945"/>
            <a:ext cx="11467093" cy="1373836"/>
            <a:chOff x="821269" y="2055043"/>
            <a:chExt cx="10553298" cy="1264374"/>
          </a:xfrm>
        </p:grpSpPr>
        <p:pic>
          <p:nvPicPr>
            <p:cNvPr id="11" name="図 13">
              <a:extLst>
                <a:ext uri="{FF2B5EF4-FFF2-40B4-BE49-F238E27FC236}">
                  <a16:creationId xmlns:a16="http://schemas.microsoft.com/office/drawing/2014/main" id="{0C5FDE45-27DB-4BF8-80C8-6A44CAB624D5}"/>
                </a:ext>
              </a:extLst>
            </p:cNvPr>
            <p:cNvPicPr>
              <a:picLocks/>
            </p:cNvPicPr>
            <p:nvPr userDrawn="1"/>
          </p:nvPicPr>
          <p:blipFill>
            <a:blip r:embed="rId5">
              <a:lum bright="-100000" contrast="96000"/>
              <a:duotone>
                <a:srgbClr val="FF6600"/>
                <a:srgbClr val="FFF1C1"/>
              </a:duotone>
              <a:alphaModFix amt="0"/>
            </a:blip>
            <a:srcRect/>
            <a:stretch>
              <a:fillRect/>
            </a:stretch>
          </p:blipFill>
          <p:spPr bwMode="auto">
            <a:xfrm>
              <a:off x="821269" y="3296565"/>
              <a:ext cx="10553298" cy="22852"/>
            </a:xfrm>
            <a:prstGeom prst="rect">
              <a:avLst/>
            </a:prstGeom>
            <a:solidFill>
              <a:srgbClr val="CE002C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12" name="図 4">
              <a:extLst>
                <a:ext uri="{FF2B5EF4-FFF2-40B4-BE49-F238E27FC236}">
                  <a16:creationId xmlns:a16="http://schemas.microsoft.com/office/drawing/2014/main" id="{A08B5A9B-EBAF-4ABC-B47E-E4C3368FBE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63064" y="2055043"/>
              <a:ext cx="5669706" cy="9696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236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1DFEDD-52C9-467D-8125-DFFAF9B637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087687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1DFEDD-52C9-467D-8125-DFFAF9B63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48"/>
          <p:cNvGrpSpPr/>
          <p:nvPr userDrawn="1"/>
        </p:nvGrpSpPr>
        <p:grpSpPr>
          <a:xfrm>
            <a:off x="-652" y="-1"/>
            <a:ext cx="13249644" cy="7451726"/>
            <a:chOff x="-600" y="-1"/>
            <a:chExt cx="12193800" cy="6858001"/>
          </a:xfrm>
        </p:grpSpPr>
        <p:sp>
          <p:nvSpPr>
            <p:cNvPr id="50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786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1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66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3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935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56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786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786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8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61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9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87"/>
                </a:spcAft>
              </a:pPr>
              <a:endParaRPr lang="en-US" sz="1304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Footnote example"/>
            <p:cNvSpPr txBox="1"/>
            <p:nvPr/>
          </p:nvSpPr>
          <p:spPr>
            <a:xfrm>
              <a:off x="630000" y="6144265"/>
              <a:ext cx="9030914" cy="41567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l" defTabSz="9935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7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1. xxxx  2. xxxx  3. List footnotes in numerical order. Footnote numbers are not bracketed. Use 10pt font</a:t>
              </a:r>
            </a:p>
            <a:p>
              <a:pPr marL="0" marR="0" lvl="0" indent="0" algn="l" defTabSz="9935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7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marL="0" marR="0" lvl="0" indent="0" algn="l" defTabSz="9935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7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06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393154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2496" cy="172494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868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5E3AC22-F6D4-439A-ABF6-00FFAC538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825702" y="4801883"/>
            <a:ext cx="3600450" cy="474412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10000"/>
              </a:lnSpc>
              <a:buNone/>
              <a:defRPr sz="2608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Date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A75C87-D144-4A29-A797-C7186B585D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2164023" y="2268563"/>
            <a:ext cx="8923810" cy="11735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>
              <a:lnSpc>
                <a:spcPct val="93000"/>
              </a:lnSpc>
              <a:defRPr sz="3477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pic>
        <p:nvPicPr>
          <p:cNvPr id="19" name="図 4">
            <a:extLst>
              <a:ext uri="{FF2B5EF4-FFF2-40B4-BE49-F238E27FC236}">
                <a16:creationId xmlns:a16="http://schemas.microsoft.com/office/drawing/2014/main" id="{AD858AD2-F1D7-4197-8DA5-FB363C6AE33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172" y="268011"/>
            <a:ext cx="3515444" cy="601216"/>
          </a:xfrm>
          <a:prstGeom prst="rect">
            <a:avLst/>
          </a:prstGeom>
        </p:spPr>
      </p:pic>
      <p:pic>
        <p:nvPicPr>
          <p:cNvPr id="23" name="図 13">
            <a:extLst>
              <a:ext uri="{FF2B5EF4-FFF2-40B4-BE49-F238E27FC236}">
                <a16:creationId xmlns:a16="http://schemas.microsoft.com/office/drawing/2014/main" id="{9587F95A-02D1-454B-9D13-112F3415CDEE}"/>
              </a:ext>
            </a:extLst>
          </p:cNvPr>
          <p:cNvPicPr>
            <a:picLocks/>
          </p:cNvPicPr>
          <p:nvPr userDrawn="1"/>
        </p:nvPicPr>
        <p:blipFill>
          <a:blip r:embed="rId7">
            <a:lum bright="-100000" contrast="96000"/>
            <a:duotone>
              <a:srgbClr val="FF6600"/>
              <a:srgbClr val="FFF1C1"/>
            </a:duotone>
            <a:alphaModFix amt="0"/>
          </a:blip>
          <a:srcRect/>
          <a:stretch>
            <a:fillRect/>
          </a:stretch>
        </p:blipFill>
        <p:spPr bwMode="auto">
          <a:xfrm>
            <a:off x="892382" y="3581962"/>
            <a:ext cx="11467093" cy="24830"/>
          </a:xfrm>
          <a:prstGeom prst="rect">
            <a:avLst/>
          </a:prstGeom>
          <a:solidFill>
            <a:srgbClr val="CE002C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67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018DFDF-7B59-4837-A9EA-D1D16D931E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48399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018DFDF-7B59-4837-A9EA-D1D16D931E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364398" y="179937"/>
            <a:ext cx="11701675" cy="518026"/>
          </a:xfr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正方形/長方形 11">
            <a:extLst>
              <a:ext uri="{FF2B5EF4-FFF2-40B4-BE49-F238E27FC236}">
                <a16:creationId xmlns:a16="http://schemas.microsoft.com/office/drawing/2014/main" id="{C5C36097-FE4F-4829-8F60-A5927153428A}"/>
              </a:ext>
            </a:extLst>
          </p:cNvPr>
          <p:cNvSpPr/>
          <p:nvPr userDrawn="1"/>
        </p:nvSpPr>
        <p:spPr bwMode="auto">
          <a:xfrm flipV="1">
            <a:off x="0" y="776197"/>
            <a:ext cx="11074271" cy="78233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0">
                <a:srgbClr val="FFFFFF">
                  <a:alpha val="0"/>
                </a:srgbClr>
              </a:gs>
              <a:gs pos="90000">
                <a:schemeClr val="accent2"/>
              </a:gs>
            </a:gsLst>
            <a:lin ang="10800000" scaled="0"/>
            <a:tileRect/>
          </a:gradFill>
          <a:ln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 sz="2786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テキスト プレースホルダー 147">
            <a:extLst>
              <a:ext uri="{FF2B5EF4-FFF2-40B4-BE49-F238E27FC236}">
                <a16:creationId xmlns:a16="http://schemas.microsoft.com/office/drawing/2014/main" id="{2671A66E-3499-420E-827B-5C64862B27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3967" y="1045543"/>
            <a:ext cx="12519699" cy="528075"/>
          </a:xfrm>
          <a:solidFill>
            <a:srgbClr val="F2F2F2"/>
          </a:solidFill>
        </p:spPr>
        <p:txBody>
          <a:bodyPr lIns="36000" tIns="36000" rIns="36000" bIns="36000"/>
          <a:lstStyle>
            <a:lvl1pPr>
              <a:defRPr sz="1521">
                <a:latin typeface="+mn-lt"/>
                <a:ea typeface="+mn-ea"/>
                <a:cs typeface="+mn-cs"/>
              </a:defRPr>
            </a:lvl1pPr>
          </a:lstStyle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74034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611E54E-8A5A-47B3-8A9F-365DE56805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907970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611E54E-8A5A-47B3-8A9F-365DE56805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967" y="2266189"/>
            <a:ext cx="12519699" cy="442559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正方形/長方形 11">
            <a:extLst>
              <a:ext uri="{FF2B5EF4-FFF2-40B4-BE49-F238E27FC236}">
                <a16:creationId xmlns:a16="http://schemas.microsoft.com/office/drawing/2014/main" id="{AB2BA9FB-0730-4931-9C2A-77339F9D3CD5}"/>
              </a:ext>
            </a:extLst>
          </p:cNvPr>
          <p:cNvSpPr/>
          <p:nvPr userDrawn="1"/>
        </p:nvSpPr>
        <p:spPr bwMode="auto">
          <a:xfrm flipV="1">
            <a:off x="0" y="776197"/>
            <a:ext cx="11074271" cy="78233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0">
                <a:srgbClr val="FFFFFF">
                  <a:alpha val="0"/>
                </a:srgbClr>
              </a:gs>
              <a:gs pos="90000">
                <a:schemeClr val="accent2"/>
              </a:gs>
            </a:gsLst>
            <a:lin ang="10800000" scaled="0"/>
            <a:tileRect/>
          </a:gradFill>
          <a:ln>
            <a:headEnd type="none" w="med" len="med"/>
            <a:tailEnd type="none" w="med" len="med"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 sz="2786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テキスト プレースホルダー 147">
            <a:extLst>
              <a:ext uri="{FF2B5EF4-FFF2-40B4-BE49-F238E27FC236}">
                <a16:creationId xmlns:a16="http://schemas.microsoft.com/office/drawing/2014/main" id="{FBA3F432-34FE-4EDE-A21C-BFEC4157B6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3967" y="1045543"/>
            <a:ext cx="12519699" cy="528075"/>
          </a:xfrm>
          <a:solidFill>
            <a:srgbClr val="F2F2F2"/>
          </a:solidFill>
        </p:spPr>
        <p:txBody>
          <a:bodyPr lIns="36000" tIns="36000" rIns="36000" bIns="36000"/>
          <a:lstStyle>
            <a:lvl1pPr>
              <a:defRPr sz="1521">
                <a:latin typeface="+mn-lt"/>
                <a:ea typeface="+mn-ea"/>
                <a:cs typeface="+mn-cs"/>
              </a:defRPr>
            </a:lvl1pPr>
          </a:lstStyle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92002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56332F3-A526-4005-B7F0-7B6EC46038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4391599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56332F3-A526-4005-B7F0-7B6EC46038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 bwMode="white">
          <a:xfrm>
            <a:off x="1" y="-1422"/>
            <a:ext cx="5100881" cy="745314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356" tIns="49678" rIns="99356" bIns="496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363968" y="2345900"/>
            <a:ext cx="4388771" cy="5885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521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363968" y="1333279"/>
            <a:ext cx="4388771" cy="722351"/>
          </a:xfrm>
        </p:spPr>
        <p:txBody>
          <a:bodyPr vert="horz" anchor="b">
            <a:noAutofit/>
          </a:bodyPr>
          <a:lstStyle>
            <a:lvl1pPr>
              <a:defRPr sz="2173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7760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0A611B3-BBE8-49D0-9F12-74EF18D72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3236449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0A611B3-BBE8-49D0-9F12-74EF18D72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395986" y="2899024"/>
            <a:ext cx="10453516" cy="3478152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274320" tIns="274320" rIns="274320" bIns="137160" anchor="b">
            <a:noAutofit/>
          </a:bodyPr>
          <a:lstStyle>
            <a:lvl1pPr marL="0" algn="l" defTabSz="993587" rtl="0" eaLnBrk="1" fontAlgn="auto" latinLnBrk="0" hangingPunct="1">
              <a:lnSpc>
                <a:spcPts val="6520"/>
              </a:lnSpc>
              <a:spcBef>
                <a:spcPts val="0"/>
              </a:spcBef>
              <a:spcAft>
                <a:spcPts val="0"/>
              </a:spcAft>
              <a:defRPr lang="en-US" sz="5868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391587" y="1547370"/>
            <a:ext cx="1034129" cy="1034115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26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456EE06-27AD-4C9F-B53E-B3B1B15979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4600796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456EE06-27AD-4C9F-B53E-B3B1B15979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84551" y="4158102"/>
            <a:ext cx="11883802" cy="2217915"/>
          </a:xfrm>
        </p:spPr>
        <p:txBody>
          <a:bodyPr vert="horz" anchor="t">
            <a:noAutofit/>
          </a:bodyPr>
          <a:lstStyle>
            <a:lvl1pPr>
              <a:defRPr sz="5868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84551" y="3998610"/>
            <a:ext cx="12559429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09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D91AB9E-E65D-4A48-BD0A-27CDDB625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1709161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D91AB9E-E65D-4A48-BD0A-27CDDB625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416977" y="0"/>
            <a:ext cx="453054" cy="7451725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 bwMode="white">
          <a:xfrm>
            <a:off x="0" y="0"/>
            <a:ext cx="4432747" cy="7451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364399" y="2913217"/>
            <a:ext cx="3718872" cy="162529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173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F01FAD32-D4F8-4313-9E48-140276770AD6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53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4EA847-53E3-4775-8876-2D4E2CB39A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0677310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4EA847-53E3-4775-8876-2D4E2CB39A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786066" y="0"/>
            <a:ext cx="453054" cy="7451725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792966" cy="7451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79937"/>
            <a:ext cx="7140589" cy="518026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2CB290F7-A05C-43AE-9C03-0A83FBE033CA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66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B01B14C-2640-4E03-B2FA-945B90A493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4207402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B01B14C-2640-4E03-B2FA-945B90A49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811076" y="0"/>
            <a:ext cx="453054" cy="7451725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816537" cy="7451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79937"/>
            <a:ext cx="9123673" cy="518026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スライド番号プレースホルダ 5">
            <a:extLst>
              <a:ext uri="{FF2B5EF4-FFF2-40B4-BE49-F238E27FC236}">
                <a16:creationId xmlns:a16="http://schemas.microsoft.com/office/drawing/2014/main" id="{1D93DA57-5428-4406-8FDC-C39F7296AA68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07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71C0502-46FB-4344-8B82-8192B1F4C7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65031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71C0502-46FB-4344-8B82-8192B1F4C7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988941" y="0"/>
            <a:ext cx="453054" cy="7451725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363967" y="2913217"/>
            <a:ext cx="3719304" cy="162529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173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434111" y="-1422"/>
            <a:ext cx="8813578" cy="7453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F6880621-3717-49F4-BD35-39FFD1C572FA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30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DAF67F-9828-46F3-89AD-C434EB9EDE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164287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DAF67F-9828-46F3-89AD-C434EB9ED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6182235" y="0"/>
            <a:ext cx="453054" cy="7451725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623844" y="0"/>
            <a:ext cx="6623844" cy="74517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619521" y="0"/>
            <a:ext cx="6628165" cy="7451725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956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363968" y="1940187"/>
            <a:ext cx="5088969" cy="3571352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78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スライド番号プレースホルダ 5">
            <a:extLst>
              <a:ext uri="{FF2B5EF4-FFF2-40B4-BE49-F238E27FC236}">
                <a16:creationId xmlns:a16="http://schemas.microsoft.com/office/drawing/2014/main" id="{043A5271-E3C7-4969-A415-0D97F8A6A8BB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04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50920EB-405D-45B1-AFAB-164BB728DC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79857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50920EB-405D-45B1-AFAB-164BB728D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8051458" y="0"/>
            <a:ext cx="453054" cy="7451725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8496627" y="0"/>
            <a:ext cx="4751062" cy="7451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497150" y="0"/>
            <a:ext cx="4750538" cy="7451725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739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363967" y="1940187"/>
            <a:ext cx="7110120" cy="357135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781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スライド番号プレースホルダ 5">
            <a:extLst>
              <a:ext uri="{FF2B5EF4-FFF2-40B4-BE49-F238E27FC236}">
                <a16:creationId xmlns:a16="http://schemas.microsoft.com/office/drawing/2014/main" id="{3AF83F3C-E659-4E80-A6F1-0EB22186205A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74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2990711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656" y="1423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363967" y="3003512"/>
            <a:ext cx="3013844" cy="1428096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173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76" y="3901234"/>
            <a:ext cx="1483465" cy="3675839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スライド番号プレースホルダ 5">
            <a:extLst>
              <a:ext uri="{FF2B5EF4-FFF2-40B4-BE49-F238E27FC236}">
                <a16:creationId xmlns:a16="http://schemas.microsoft.com/office/drawing/2014/main" id="{9EF3A2BF-2F04-473D-8B09-656595563B95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730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4E024AF-2752-4A2C-A9A7-64B58C1A51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5762413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4E024AF-2752-4A2C-A9A7-64B58C1A5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656" y="1423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63967" y="3003512"/>
            <a:ext cx="3013844" cy="1428096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362941" y="3697425"/>
            <a:ext cx="2927993" cy="3761442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1" name="スライド番号プレースホルダ 5">
            <a:extLst>
              <a:ext uri="{FF2B5EF4-FFF2-40B4-BE49-F238E27FC236}">
                <a16:creationId xmlns:a16="http://schemas.microsoft.com/office/drawing/2014/main" id="{9BF558B9-8DB8-4E39-891F-508732261927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47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A9BAD72-F010-4C22-AFE7-F04339867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9874684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A9BAD72-F010-4C22-AFE7-F04339867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896829" cy="7451725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940187"/>
            <a:ext cx="4734562" cy="357135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781" b="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33" y="3688259"/>
            <a:ext cx="1411017" cy="3881107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スライド番号プレースホルダ 5">
            <a:extLst>
              <a:ext uri="{FF2B5EF4-FFF2-40B4-BE49-F238E27FC236}">
                <a16:creationId xmlns:a16="http://schemas.microsoft.com/office/drawing/2014/main" id="{95362671-C4F2-4079-B70F-EF0D9EC566D9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08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AD57969-88D4-48B2-A55B-9FD92B1A34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6714844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AD57969-88D4-48B2-A55B-9FD92B1A34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896829" cy="7451725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940187"/>
            <a:ext cx="4734562" cy="357135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781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887878" y="3712063"/>
            <a:ext cx="2927993" cy="3739662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0" name="スライド番号プレースホルダ 5">
            <a:extLst>
              <a:ext uri="{FF2B5EF4-FFF2-40B4-BE49-F238E27FC236}">
                <a16:creationId xmlns:a16="http://schemas.microsoft.com/office/drawing/2014/main" id="{C1304E4E-8673-482A-805F-1DDA719724E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63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6E46625-74F5-4F3C-86CF-1DA124B97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5007633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6E46625-74F5-4F3C-86CF-1DA124B97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914556" cy="7451725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68" y="179937"/>
            <a:ext cx="5479513" cy="518026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194" y="3900373"/>
            <a:ext cx="1483465" cy="3675839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スライド番号プレースホルダ 5">
            <a:extLst>
              <a:ext uri="{FF2B5EF4-FFF2-40B4-BE49-F238E27FC236}">
                <a16:creationId xmlns:a16="http://schemas.microsoft.com/office/drawing/2014/main" id="{036B9F29-077A-45A2-9228-93D6BCC3E96B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23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F20C127-5B09-4DFF-A8A9-B90DFE2C1A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090399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F20C127-5B09-4DFF-A8A9-B90DFE2C1A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914556" cy="7451725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68" y="179937"/>
            <a:ext cx="5479513" cy="518026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846372" y="3702831"/>
            <a:ext cx="2927993" cy="3755799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4E236BF0-5413-44B6-A7C1-FC0243DBC7C6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21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21F94D8-D789-44D3-889A-59F7413848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1091562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21F94D8-D789-44D3-889A-59F7413848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9177587" cy="7451725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79937"/>
            <a:ext cx="7116648" cy="518026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17" y="3900373"/>
            <a:ext cx="1483465" cy="3675839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スライド番号プレースホルダ 5">
            <a:extLst>
              <a:ext uri="{FF2B5EF4-FFF2-40B4-BE49-F238E27FC236}">
                <a16:creationId xmlns:a16="http://schemas.microsoft.com/office/drawing/2014/main" id="{EF249590-0810-4D50-8A1E-7C2E693CA6B5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86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3923041-6F6B-4DE1-A03A-144BEB795C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3729880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3923041-6F6B-4DE1-A03A-144BEB795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9177587" cy="7451725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79937"/>
            <a:ext cx="7116648" cy="518026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7136310" y="3702831"/>
            <a:ext cx="2927993" cy="3755799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860EEE8F-9B93-40D4-B108-4C8D9B5E0A5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91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D7650D7-D643-44D0-95A4-EAF592558E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5398166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D7650D7-D643-44D0-95A4-EAF592558E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4157594"/>
            <a:ext cx="12519699" cy="1745636"/>
          </a:xfrm>
        </p:spPr>
        <p:txBody>
          <a:bodyPr vert="horz" anchor="b">
            <a:noAutofit/>
          </a:bodyPr>
          <a:lstStyle>
            <a:lvl1pPr marL="0" algn="l" defTabSz="993587" rtl="0" eaLnBrk="1" fontAlgn="auto" latinLnBrk="0" hangingPunct="1">
              <a:lnSpc>
                <a:spcPts val="6520"/>
              </a:lnSpc>
              <a:spcBef>
                <a:spcPts val="0"/>
              </a:spcBef>
              <a:spcAft>
                <a:spcPts val="0"/>
              </a:spcAft>
              <a:defRPr lang="en-US" sz="5868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8" name="スライド番号プレースホルダ 5">
            <a:extLst>
              <a:ext uri="{FF2B5EF4-FFF2-40B4-BE49-F238E27FC236}">
                <a16:creationId xmlns:a16="http://schemas.microsoft.com/office/drawing/2014/main" id="{8F1B0E63-D453-4DCB-AD1F-1667653CA78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38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AD4C1A7-B634-4A2B-871E-C10BDD70BC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0954006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AD4C1A7-B634-4A2B-871E-C10BDD70BC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white">
          <a:xfrm>
            <a:off x="684551" y="679625"/>
            <a:ext cx="1013448" cy="101343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84551" y="4157594"/>
            <a:ext cx="11879890" cy="1745636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93587" rtl="0" eaLnBrk="1" fontAlgn="auto" latinLnBrk="0" hangingPunct="1">
              <a:lnSpc>
                <a:spcPts val="6520"/>
              </a:lnSpc>
              <a:spcBef>
                <a:spcPts val="0"/>
              </a:spcBef>
              <a:spcAft>
                <a:spcPts val="0"/>
              </a:spcAft>
              <a:defRPr lang="en-US" sz="5868" kern="1200" baseline="0" dirty="0">
                <a:solidFill>
                  <a:schemeClr val="accent4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07915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089739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7386049" y="110153"/>
            <a:ext cx="835855" cy="10887423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1"/>
            <a:ext cx="13247688" cy="6375294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gradFill>
            <a:gsLst>
              <a:gs pos="0">
                <a:srgbClr val="B91B2A"/>
              </a:gs>
              <a:gs pos="100000">
                <a:srgbClr val="8B141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8" name="スライド番号プレースホルダ 5">
            <a:extLst>
              <a:ext uri="{FF2B5EF4-FFF2-40B4-BE49-F238E27FC236}">
                <a16:creationId xmlns:a16="http://schemas.microsoft.com/office/drawing/2014/main" id="{4B51CE3F-5C10-4E8D-AF00-37D8B1CA83F5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73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891AC5C-8736-429B-8E3C-D94C8FE8C7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0381364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891AC5C-8736-429B-8E3C-D94C8FE8C7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67" y="179937"/>
            <a:ext cx="12519699" cy="518026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スライド番号プレースホルダ 5">
            <a:extLst>
              <a:ext uri="{FF2B5EF4-FFF2-40B4-BE49-F238E27FC236}">
                <a16:creationId xmlns:a16="http://schemas.microsoft.com/office/drawing/2014/main" id="{9F1DCAF3-2E8B-4B08-B106-ECC114E7E6F6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77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DD15BF-93FE-4893-BBC3-9AF166D724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9771894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DD15BF-93FE-4893-BBC3-9AF166D724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63967" y="2846086"/>
            <a:ext cx="3384112" cy="182434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61"/>
              </a:spcAft>
              <a:buFontTx/>
              <a:buNone/>
            </a:pPr>
            <a:r>
              <a:rPr lang="en-US" sz="5868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811" y="3897267"/>
            <a:ext cx="1483465" cy="3675839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スライド番号プレースホルダ 5">
            <a:extLst>
              <a:ext uri="{FF2B5EF4-FFF2-40B4-BE49-F238E27FC236}">
                <a16:creationId xmlns:a16="http://schemas.microsoft.com/office/drawing/2014/main" id="{13A923CA-E8C8-41C9-9121-8FC1AE03BE5F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7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72B24A9-9DEB-4A81-847A-D6753106E2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25842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72B24A9-9DEB-4A81-847A-D6753106E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33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010FB6E-EBAF-4523-8802-961F6358EE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0281250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010FB6E-EBAF-4523-8802-961F6358E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709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Disclaimer"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A172A54-2AE5-4B04-AFFC-9FB7CC636E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9725368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A172A54-2AE5-4B04-AFFC-9FB7CC636E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102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2652509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グループ化 2">
            <a:extLst>
              <a:ext uri="{FF2B5EF4-FFF2-40B4-BE49-F238E27FC236}">
                <a16:creationId xmlns:a16="http://schemas.microsoft.com/office/drawing/2014/main" id="{4DB3A6E5-9229-4520-9649-5CF624441680}"/>
              </a:ext>
            </a:extLst>
          </p:cNvPr>
          <p:cNvGrpSpPr/>
          <p:nvPr userDrawn="1"/>
        </p:nvGrpSpPr>
        <p:grpSpPr>
          <a:xfrm>
            <a:off x="892382" y="3038945"/>
            <a:ext cx="11467093" cy="1373836"/>
            <a:chOff x="821269" y="2055043"/>
            <a:chExt cx="10553298" cy="1264374"/>
          </a:xfrm>
        </p:grpSpPr>
        <p:pic>
          <p:nvPicPr>
            <p:cNvPr id="11" name="図 13">
              <a:extLst>
                <a:ext uri="{FF2B5EF4-FFF2-40B4-BE49-F238E27FC236}">
                  <a16:creationId xmlns:a16="http://schemas.microsoft.com/office/drawing/2014/main" id="{DF1E71E9-3813-4967-82E3-2408C4D132EC}"/>
                </a:ext>
              </a:extLst>
            </p:cNvPr>
            <p:cNvPicPr>
              <a:picLocks/>
            </p:cNvPicPr>
            <p:nvPr userDrawn="1"/>
          </p:nvPicPr>
          <p:blipFill>
            <a:blip r:embed="rId5">
              <a:lum bright="-100000" contrast="96000"/>
              <a:duotone>
                <a:srgbClr val="FF6600"/>
                <a:srgbClr val="FFF1C1"/>
              </a:duotone>
              <a:alphaModFix amt="0"/>
            </a:blip>
            <a:srcRect/>
            <a:stretch>
              <a:fillRect/>
            </a:stretch>
          </p:blipFill>
          <p:spPr bwMode="auto">
            <a:xfrm>
              <a:off x="821269" y="3296565"/>
              <a:ext cx="10553298" cy="22852"/>
            </a:xfrm>
            <a:prstGeom prst="rect">
              <a:avLst/>
            </a:prstGeom>
            <a:solidFill>
              <a:srgbClr val="CE002C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12" name="図 4">
              <a:extLst>
                <a:ext uri="{FF2B5EF4-FFF2-40B4-BE49-F238E27FC236}">
                  <a16:creationId xmlns:a16="http://schemas.microsoft.com/office/drawing/2014/main" id="{69BA8087-F175-49AB-89B4-83C471C04B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63064" y="2055043"/>
              <a:ext cx="5669706" cy="9696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918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8394B09-B399-43FF-B094-4A095380AB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6099547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8394B09-B399-43FF-B094-4A095380AB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4" name="Group 143"/>
          <p:cNvGrpSpPr/>
          <p:nvPr userDrawn="1"/>
        </p:nvGrpSpPr>
        <p:grpSpPr>
          <a:xfrm>
            <a:off x="-652" y="-1"/>
            <a:ext cx="13249644" cy="7451726"/>
            <a:chOff x="-600" y="-1"/>
            <a:chExt cx="12193800" cy="6858001"/>
          </a:xfrm>
        </p:grpSpPr>
        <p:sp>
          <p:nvSpPr>
            <p:cNvPr id="145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786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46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170" name="Straight Connector 169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159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0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1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2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3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4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5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6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7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8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9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8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935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56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9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786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0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786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1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154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5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6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7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8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786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52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87"/>
                </a:spcAft>
              </a:pPr>
              <a:endParaRPr lang="en-US" sz="1304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3" name="Footnote example"/>
            <p:cNvSpPr txBox="1"/>
            <p:nvPr/>
          </p:nvSpPr>
          <p:spPr>
            <a:xfrm>
              <a:off x="630000" y="6144265"/>
              <a:ext cx="9030914" cy="415675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l" defTabSz="9935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7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1. xxxx  2. xxxx  3. List footnotes in numerical order. Footnote numbers are not bracketed. Use 10pt font</a:t>
              </a:r>
            </a:p>
            <a:p>
              <a:pPr marL="0" marR="0" lvl="0" indent="0" algn="l" defTabSz="9935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7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marL="0" marR="0" lvl="0" indent="0" algn="l" defTabSz="9935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87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795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620420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invGray">
          <a:xfrm>
            <a:off x="1508343" y="5097322"/>
            <a:ext cx="1009807" cy="108209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173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726775" y="5097322"/>
            <a:ext cx="1706109" cy="1595282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8713" tIns="195583" rIns="198713" bIns="19871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304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84551" y="985739"/>
            <a:ext cx="3747427" cy="13262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64983" tIns="508517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52"/>
              </a:spcAft>
            </a:pPr>
            <a:endParaRPr lang="en-US" sz="5868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085355" y="1211983"/>
            <a:ext cx="2945037" cy="95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868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289252C0-7915-47AD-BFF4-20E32755EE6D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4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100000">
              <a:srgbClr val="8B141F"/>
            </a:gs>
            <a:gs pos="0">
              <a:srgbClr val="B91B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1407084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 userDrawn="1"/>
        </p:nvSpPr>
        <p:spPr bwMode="white">
          <a:xfrm>
            <a:off x="1395987" y="1551770"/>
            <a:ext cx="1029730" cy="102971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396484" y="2898545"/>
            <a:ext cx="10452113" cy="34774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173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223DC026-492D-4395-AA03-70268823B68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372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100000">
              <a:srgbClr val="8B141F"/>
            </a:gs>
            <a:gs pos="0">
              <a:srgbClr val="B91B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4458368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>
            <a:spLocks/>
          </p:cNvSpPr>
          <p:nvPr userDrawn="1"/>
        </p:nvSpPr>
        <p:spPr>
          <a:xfrm>
            <a:off x="684551" y="676719"/>
            <a:ext cx="7812570" cy="5116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3694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72487" y="1310408"/>
            <a:ext cx="12578680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6E278D92-687A-4DB7-893D-79F13AC9F8F1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45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7889841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988941" y="0"/>
            <a:ext cx="453054" cy="7451725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434111" y="-1422"/>
            <a:ext cx="8813578" cy="74531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84551" y="3485420"/>
            <a:ext cx="1681108" cy="4816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52"/>
              </a:spcAft>
            </a:pPr>
            <a:r>
              <a:rPr lang="en-US" sz="3477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320421A5-96E1-490D-B64A-D922A700FA22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4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4100361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invGray">
          <a:xfrm>
            <a:off x="1508343" y="5097322"/>
            <a:ext cx="1009807" cy="1082091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173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726775" y="5097322"/>
            <a:ext cx="1706109" cy="1595282"/>
          </a:xfrm>
          <a:prstGeom prst="rect">
            <a:avLst/>
          </a:prstGeom>
          <a:noFill/>
          <a:ln w="9525" cmpd="sng">
            <a:solidFill>
              <a:schemeClr val="accent4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98713" tIns="195583" rIns="198713" bIns="19871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304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84551" y="985738"/>
            <a:ext cx="3747427" cy="132620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lIns="664983" tIns="508517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52"/>
              </a:spcAft>
            </a:pPr>
            <a:endParaRPr lang="en-US" sz="5868">
              <a:solidFill>
                <a:schemeClr val="accent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085355" y="1211983"/>
            <a:ext cx="2945037" cy="95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5868"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6092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4950863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white">
          <a:xfrm>
            <a:off x="1395987" y="1551770"/>
            <a:ext cx="1029730" cy="1029716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396484" y="2898545"/>
            <a:ext cx="10452113" cy="3477472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173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85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011889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 userDrawn="1"/>
        </p:nvSpPr>
        <p:spPr>
          <a:xfrm>
            <a:off x="684551" y="676719"/>
            <a:ext cx="7812570" cy="5116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3694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72487" y="1310408"/>
            <a:ext cx="12578680" cy="0"/>
          </a:xfrm>
          <a:prstGeom prst="line">
            <a:avLst/>
          </a:prstGeom>
          <a:ln w="9525" cmpd="sng">
            <a:solidFill>
              <a:schemeClr val="accent4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12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9988370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988941" y="0"/>
            <a:ext cx="453054" cy="7451725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434111" y="-1422"/>
            <a:ext cx="8813578" cy="7453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304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84552" y="3544563"/>
            <a:ext cx="1261580" cy="3611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52"/>
              </a:spcAft>
            </a:pPr>
            <a:r>
              <a:rPr lang="en-US" sz="2608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7DDF43B4-1336-480A-9F2E-42E6F445C739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83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0">
              <a:srgbClr val="B91B2A"/>
            </a:gs>
            <a:gs pos="100000">
              <a:srgbClr val="8B141F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1972250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442313" cy="7451725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87"/>
              </a:spcAft>
            </a:pPr>
            <a:endParaRPr lang="en-US" sz="1304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84551" y="2367494"/>
            <a:ext cx="3063528" cy="27815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61"/>
              </a:spcAft>
              <a:buFontTx/>
              <a:buNone/>
            </a:pPr>
            <a:r>
              <a:rPr lang="en-US" sz="5868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811" y="3897267"/>
            <a:ext cx="1483465" cy="3675839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スライド番号プレースホルダ 5">
            <a:extLst>
              <a:ext uri="{FF2B5EF4-FFF2-40B4-BE49-F238E27FC236}">
                <a16:creationId xmlns:a16="http://schemas.microsoft.com/office/drawing/2014/main" id="{0862D379-34BF-40CD-BD75-F8D5437FB5E3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>
              <a:defRPr kumimoji="1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kumimoji="1"/>
            </a:lvl2pPr>
            <a:lvl3pPr>
              <a:defRPr kumimoji="1"/>
            </a:lvl3pPr>
            <a:lvl4pPr>
              <a:defRPr kumimoji="1"/>
            </a:lvl4pPr>
            <a:lvl5pPr>
              <a:defRPr kumimoji="1"/>
            </a:lvl5pPr>
            <a:lvl6pPr>
              <a:defRPr kumimoji="1"/>
            </a:lvl6pPr>
            <a:lvl7pPr>
              <a:defRPr kumimoji="1"/>
            </a:lvl7pPr>
            <a:lvl8pPr>
              <a:defRPr kumimoji="1"/>
            </a:lvl8pPr>
            <a:lvl9pPr>
              <a:defRPr kumimoji="1"/>
            </a:lvl9pPr>
          </a:lstStyle>
          <a:p>
            <a:pPr lvl="0"/>
            <a:fld id="{BFD8CB9D-0677-470C-B00A-10D0F9C54D26}" type="slidenum">
              <a:rPr lang="ja-JP" altLang="en-US" sz="1304" smtClean="0">
                <a:latin typeface="+mn-lt"/>
                <a:ea typeface="+mn-ea"/>
                <a:cs typeface="+mn-cs"/>
              </a:rPr>
              <a:pPr lvl="0"/>
              <a:t>‹#›</a:t>
            </a:fld>
            <a:endParaRPr lang="ja-JP" altLang="en-US" sz="1304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60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86E12F4-A81C-B34B-76C5-CC8703D40E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2287823"/>
              </p:ext>
            </p:extLst>
          </p:nvPr>
        </p:nvGraphicFramePr>
        <p:xfrm>
          <a:off x="1725" y="1726"/>
          <a:ext cx="1726" cy="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86E12F4-A81C-B34B-76C5-CC8703D40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5" y="1726"/>
                        <a:ext cx="1726" cy="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854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F0D64-C780-1B13-A086-46EF24A27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5961" y="1219531"/>
            <a:ext cx="9935766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C0B6D3-C2AC-779E-B1B5-B4980EE1B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5961" y="3913881"/>
            <a:ext cx="9935766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1EC5A4-3FC8-94B4-AC43-7F5D44EF0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211287-27F5-001A-0134-7B58FE5C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4DCDD4-A317-A2C7-87F0-ABE0A238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7956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6EB52-5E99-F228-C270-C5E531C9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CD4663-31B2-1C1F-985D-30B4B430B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E3F875-4DB6-FA0B-58CA-36F1896B8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9405A0-491A-D752-41C5-0827E159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5CE4F3-248B-3EA8-F058-42A9FE1D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5744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A4D88-BC7A-F546-4100-AEBE89BE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879" y="1857758"/>
            <a:ext cx="1142613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E6D963-C093-1464-67BC-9C57D7F5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3879" y="4986792"/>
            <a:ext cx="1142613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>
                    <a:tint val="82000"/>
                  </a:schemeClr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82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82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82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82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82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82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82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4F3FC4-FE78-49AD-51F9-A6542F25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89F559-6049-A7BB-D204-9EBCD8F5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CF86BF-9533-CBC4-B9CD-4AB4CF98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67557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2C4E8B-8106-6BF4-5718-3A82E214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00CB2F-DA2A-2AEC-7154-2D60DB1CA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0779" y="1983677"/>
            <a:ext cx="5630267" cy="472805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D7B446-C118-F6EA-B0C1-42C1ECB67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6642" y="1983677"/>
            <a:ext cx="5630267" cy="472805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642D7A-EE79-4219-82B5-63F7121D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230C30-85DA-3A25-169A-73DA789E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A960EE-A240-4A04-EBFB-7E843E8B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98991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442135-F944-6845-1624-9255355B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504" y="396736"/>
            <a:ext cx="11426131" cy="144032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B60856-72FE-AF62-A6EE-1D0331BE8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505" y="1826708"/>
            <a:ext cx="560439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181F5B-EB17-D108-4035-09A219F28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505" y="2721949"/>
            <a:ext cx="5604392" cy="400357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D2D780-5B71-3696-7A4A-CC68388C6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6642" y="1826708"/>
            <a:ext cx="563199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BCE272-DF31-83B6-6985-3CA2E8518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06642" y="2721949"/>
            <a:ext cx="5631993" cy="400357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7BFADAC-E4AE-102E-F596-62E97F43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52EC01-1163-750A-4067-F5B49957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A8D71E-6264-466E-774D-5B7E83BD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6448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5847BA-91C8-1092-4C6A-0AEB0B79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D8FCDA6-4599-CA28-7913-D8E8DE5A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2E33808-CB21-B262-175D-C11995CE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1BF24D-E409-9716-36F7-0C0AF717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0419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20128C-8FBC-B025-C4B6-2A0EDDB0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BCA57D-B76A-2F42-365C-E44F619A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08594B-D675-F5E6-7719-AD514A36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6099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32DE64-D101-142A-E08A-36905280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505" y="496782"/>
            <a:ext cx="4272724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E3ECBD-F6B3-BE6A-E34C-FD8D85A94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1993" y="1072911"/>
            <a:ext cx="6706642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8B14C9-D299-C0F2-2615-305B96E71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505" y="2235517"/>
            <a:ext cx="4272724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99B674-4753-1950-8BE8-92186D59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E557FF-EE65-70A2-DF5D-F250AAAB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5F2B52-0122-920D-99C0-42382473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15509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A97A9F-A4CC-8C43-167C-252F2F92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505" y="496782"/>
            <a:ext cx="4272724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D66E9FA-AA33-A9A4-7111-12A9D816B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993" y="1072911"/>
            <a:ext cx="6706642" cy="5295555"/>
          </a:xfrm>
        </p:spPr>
        <p:txBody>
          <a:bodyPr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EC5722-2B53-27DD-D684-1F620A8D3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505" y="2235517"/>
            <a:ext cx="4272724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BA43E5-03BE-3057-729A-E2189400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F14294-A121-C592-7642-78DD1CC5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385D70-282D-77B0-2BE2-84E50AC1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47711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C3107F-99A9-A359-47CD-816039A8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29862B-F395-ACBB-E35A-8EB07023B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0E1D04-BFF9-CFC4-C36B-67F39CEA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BE9886-BB40-BF95-98CD-773516D8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0E3ECD-1426-849F-30BB-6759130B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2720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BEC466-3563-0284-EE93-07551F95C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80377" y="396736"/>
            <a:ext cx="2856533" cy="6314992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250AC1-08E6-9E19-336D-1C0B38DE0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0779" y="396736"/>
            <a:ext cx="8404002" cy="6314992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16B928-4D01-A5BE-7DC0-3DE77383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CCE971-3CD6-55CB-F1E4-127E62F6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BC90E6-0797-6D17-C5BA-BCF3EAEA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206004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764755" y="1118965"/>
            <a:ext cx="11718180" cy="584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56">
                <a:latin typeface="+mn-ea"/>
                <a:ea typeface="+mn-ea"/>
                <a:cs typeface="メイリオ" panose="020B0604030504040204" pitchFamily="50" charset="-128"/>
              </a:defRPr>
            </a:lvl1pPr>
            <a:lvl2pPr>
              <a:defRPr sz="1956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>
              <a:defRPr sz="1739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>
              <a:defRPr sz="1521"/>
            </a:lvl4pPr>
            <a:lvl5pPr>
              <a:defRPr sz="152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" name="タイトル 3"/>
          <p:cNvSpPr>
            <a:spLocks noGrp="1"/>
          </p:cNvSpPr>
          <p:nvPr>
            <p:ph type="title"/>
          </p:nvPr>
        </p:nvSpPr>
        <p:spPr>
          <a:xfrm>
            <a:off x="354453" y="238922"/>
            <a:ext cx="12547644" cy="560724"/>
          </a:xfrm>
          <a:prstGeom prst="rect">
            <a:avLst/>
          </a:prstGeom>
        </p:spPr>
        <p:txBody>
          <a:bodyPr anchor="ctr"/>
          <a:lstStyle>
            <a:lvl1pPr algn="l">
              <a:defRPr sz="2608" b="1">
                <a:latin typeface="+mj-ea"/>
                <a:ea typeface="+mj-ea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1C00C06-867B-7964-588D-4EBB4C604A44}"/>
              </a:ext>
            </a:extLst>
          </p:cNvPr>
          <p:cNvCxnSpPr>
            <a:cxnSpLocks/>
          </p:cNvCxnSpPr>
          <p:nvPr userDrawn="1"/>
        </p:nvCxnSpPr>
        <p:spPr>
          <a:xfrm>
            <a:off x="1" y="741233"/>
            <a:ext cx="13247688" cy="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5301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910778" y="6906648"/>
            <a:ext cx="2980730" cy="396735"/>
          </a:xfrm>
          <a:prstGeom prst="rect">
            <a:avLst/>
          </a:prstGeom>
        </p:spPr>
        <p:txBody>
          <a:bodyPr/>
          <a:lstStyle/>
          <a:p>
            <a:fld id="{6A98D5DA-5B19-4B76-ACE3-12EF74348704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388299" y="6906648"/>
            <a:ext cx="4471095" cy="39673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9356180" y="6906648"/>
            <a:ext cx="2980730" cy="396735"/>
          </a:xfrm>
          <a:prstGeom prst="rect">
            <a:avLst/>
          </a:prstGeom>
        </p:spPr>
        <p:txBody>
          <a:bodyPr/>
          <a:lstStyle/>
          <a:p>
            <a:fld id="{3DD405F2-7060-4310-9530-DD91A0CBB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77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26.xml"/><Relationship Id="rId42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52.xml"/><Relationship Id="rId63" Type="http://schemas.openxmlformats.org/officeDocument/2006/relationships/slideLayout" Target="../slideLayouts/slideLayout68.xml"/><Relationship Id="rId68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8.xml"/><Relationship Id="rId58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10.xml"/><Relationship Id="rId61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53.xml"/><Relationship Id="rId56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9.xml"/><Relationship Id="rId69" Type="http://schemas.openxmlformats.org/officeDocument/2006/relationships/theme" Target="../theme/theme2.xml"/><Relationship Id="rId8" Type="http://schemas.openxmlformats.org/officeDocument/2006/relationships/slideLayout" Target="../slideLayouts/slideLayout13.xml"/><Relationship Id="rId51" Type="http://schemas.openxmlformats.org/officeDocument/2006/relationships/slideLayout" Target="../slideLayouts/slideLayout56.xml"/><Relationship Id="rId72" Type="http://schemas.openxmlformats.org/officeDocument/2006/relationships/image" Target="../media/image5.emf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51.xml"/><Relationship Id="rId59" Type="http://schemas.openxmlformats.org/officeDocument/2006/relationships/slideLayout" Target="../slideLayouts/slideLayout64.xml"/><Relationship Id="rId67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25.xml"/><Relationship Id="rId41" Type="http://schemas.openxmlformats.org/officeDocument/2006/relationships/slideLayout" Target="../slideLayouts/slideLayout46.xml"/><Relationship Id="rId54" Type="http://schemas.openxmlformats.org/officeDocument/2006/relationships/slideLayout" Target="../slideLayouts/slideLayout59.xml"/><Relationship Id="rId62" Type="http://schemas.openxmlformats.org/officeDocument/2006/relationships/slideLayout" Target="../slideLayouts/slideLayout67.xml"/><Relationship Id="rId70" Type="http://schemas.openxmlformats.org/officeDocument/2006/relationships/tags" Target="../tags/tag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49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15.xml"/><Relationship Id="rId31" Type="http://schemas.openxmlformats.org/officeDocument/2006/relationships/slideLayout" Target="../slideLayouts/slideLayout36.xml"/><Relationship Id="rId44" Type="http://schemas.openxmlformats.org/officeDocument/2006/relationships/slideLayout" Target="../slideLayouts/slideLayout49.xml"/><Relationship Id="rId52" Type="http://schemas.openxmlformats.org/officeDocument/2006/relationships/slideLayout" Target="../slideLayouts/slideLayout57.xml"/><Relationship Id="rId60" Type="http://schemas.openxmlformats.org/officeDocument/2006/relationships/slideLayout" Target="../slideLayouts/slideLayout65.xml"/><Relationship Id="rId65" Type="http://schemas.openxmlformats.org/officeDocument/2006/relationships/slideLayout" Target="../slideLayouts/slideLayout70.xml"/><Relationship Id="rId73" Type="http://schemas.openxmlformats.org/officeDocument/2006/relationships/image" Target="../media/image6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9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5.xml"/><Relationship Id="rId55" Type="http://schemas.openxmlformats.org/officeDocument/2006/relationships/slideLayout" Target="../slideLayouts/slideLayout60.xml"/><Relationship Id="rId7" Type="http://schemas.openxmlformats.org/officeDocument/2006/relationships/slideLayout" Target="../slideLayouts/slideLayout12.xml"/><Relationship Id="rId71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4129" y="816500"/>
            <a:ext cx="12119431" cy="6277031"/>
          </a:xfrm>
          <a:prstGeom prst="rect">
            <a:avLst/>
          </a:prstGeom>
        </p:spPr>
        <p:txBody>
          <a:bodyPr vert="horz" wrap="none" lIns="90000" tIns="46800" rIns="90000" bIns="46800" rtlCol="0">
            <a:noAutofit/>
          </a:bodyPr>
          <a:lstStyle/>
          <a:p>
            <a:pPr marL="310496" lvl="0" indent="-310496" defTabSz="993587" latinLnBrk="0">
              <a:lnSpc>
                <a:spcPct val="100000"/>
              </a:lnSpc>
              <a:spcBef>
                <a:spcPts val="626"/>
              </a:spcBef>
              <a:buClr>
                <a:schemeClr val="tx1"/>
              </a:buClr>
              <a:buFont typeface="Wingdings" pitchFamily="2" charset="2"/>
              <a:buChar char="n"/>
            </a:pPr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marL="662391" lvl="1" indent="-250122" defTabSz="993587" latinLnBrk="0">
              <a:lnSpc>
                <a:spcPct val="100000"/>
              </a:lnSpc>
              <a:spcBef>
                <a:spcPts val="548"/>
              </a:spcBef>
              <a:buClr>
                <a:schemeClr val="tx1"/>
              </a:buClr>
              <a:buFont typeface="Wingdings" panose="05000000000000000000" pitchFamily="2" charset="2"/>
              <a:buChar char="l"/>
              <a:tabLst/>
            </a:pPr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marL="1069486" lvl="2" indent="-213897" defTabSz="993587" latinLnBrk="0">
              <a:lnSpc>
                <a:spcPct val="100000"/>
              </a:lnSpc>
              <a:spcBef>
                <a:spcPts val="26"/>
              </a:spcBef>
              <a:buClr>
                <a:schemeClr val="tx1"/>
              </a:buClr>
              <a:buFont typeface="Wingdings" pitchFamily="2" charset="2"/>
              <a:buChar char="l"/>
              <a:tabLst/>
            </a:pPr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marL="1473131" lvl="3" indent="-206997" defTabSz="993587" latinLnBrk="0">
              <a:lnSpc>
                <a:spcPct val="100000"/>
              </a:lnSpc>
              <a:spcBef>
                <a:spcPts val="235"/>
              </a:spcBef>
              <a:buClr>
                <a:schemeClr val="tx1"/>
              </a:buClr>
              <a:buFont typeface="Wingdings" pitchFamily="2" charset="2"/>
              <a:buChar char="l"/>
              <a:tabLst/>
            </a:pPr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marL="1819852" lvl="4" indent="-200097" defTabSz="993587" latinLnBrk="0">
              <a:lnSpc>
                <a:spcPct val="100000"/>
              </a:lnSpc>
              <a:spcBef>
                <a:spcPts val="156"/>
              </a:spcBef>
              <a:buClr>
                <a:schemeClr val="tx1"/>
              </a:buClr>
              <a:buFont typeface="Wingdings" pitchFamily="2" charset="2"/>
              <a:buChar char="l"/>
              <a:tabLst/>
            </a:pPr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1027" name="Rectangle 38"/>
          <p:cNvSpPr>
            <a:spLocks noGrp="1" noChangeArrowheads="1"/>
          </p:cNvSpPr>
          <p:nvPr>
            <p:ph type="title"/>
          </p:nvPr>
        </p:nvSpPr>
        <p:spPr bwMode="auto">
          <a:xfrm>
            <a:off x="542649" y="185237"/>
            <a:ext cx="8922957" cy="372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 defTabSz="993587" fontAlgn="ctr" latinLnBrk="0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1070" name="Text Box 46"/>
          <p:cNvSpPr txBox="1">
            <a:spLocks noChangeArrowheads="1"/>
          </p:cNvSpPr>
          <p:nvPr/>
        </p:nvSpPr>
        <p:spPr bwMode="auto">
          <a:xfrm>
            <a:off x="12863231" y="7173861"/>
            <a:ext cx="275717" cy="2705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Microsoft Sans Serif" pitchFamily="34" charset="0"/>
                <a:ea typeface="ＭＳ Ｐゴシック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84625EFA-C373-4388-8160-CF88722B9903}" type="slidenum">
              <a:rPr lang="en-US" altLang="ja-JP" sz="1758" smtClean="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ja-JP" sz="175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図 13"/>
          <p:cNvPicPr>
            <a:picLocks/>
          </p:cNvPicPr>
          <p:nvPr userDrawn="1"/>
        </p:nvPicPr>
        <p:blipFill>
          <a:blip r:embed="rId7">
            <a:lum bright="-100000" contrast="96000"/>
            <a:duotone>
              <a:srgbClr val="FF6600"/>
              <a:srgbClr val="FFF1C1"/>
            </a:duotone>
            <a:alphaModFix amt="0"/>
          </a:blip>
          <a:srcRect/>
          <a:stretch>
            <a:fillRect/>
          </a:stretch>
        </p:blipFill>
        <p:spPr bwMode="auto">
          <a:xfrm>
            <a:off x="267715" y="629518"/>
            <a:ext cx="12716426" cy="24830"/>
          </a:xfrm>
          <a:prstGeom prst="rect">
            <a:avLst/>
          </a:prstGeom>
          <a:solidFill>
            <a:srgbClr val="C8003F"/>
          </a:solidFill>
          <a:ln w="9525">
            <a:noFill/>
            <a:miter lim="800000"/>
            <a:headEnd/>
            <a:tailEnd/>
          </a:ln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63BE6F1B-E0AD-9BDD-B26F-9A936729AE6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913" y="94901"/>
            <a:ext cx="1831155" cy="5265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508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3" r:id="rId1"/>
    <p:sldLayoutId id="2147485092" r:id="rId2"/>
    <p:sldLayoutId id="2147485079" r:id="rId3"/>
    <p:sldLayoutId id="2147485095" r:id="rId4"/>
    <p:sldLayoutId id="2147485094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ja-JP" altLang="en-US" sz="2800" b="1" i="0" kern="1200" baseline="0" dirty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638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638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638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638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624870" algn="l" rtl="0" eaLnBrk="1" fontAlgn="base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ＭＳ Ｐゴシック" charset="-128"/>
          <a:ea typeface="ＭＳ Ｐゴシック" charset="-128"/>
          <a:cs typeface="ＭＳ Ｐゴシック" charset="-128"/>
        </a:defRPr>
      </a:lvl6pPr>
      <a:lvl7pPr marL="1249738" algn="l" rtl="0" eaLnBrk="1" fontAlgn="base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ＭＳ Ｐゴシック" charset="-128"/>
          <a:ea typeface="ＭＳ Ｐゴシック" charset="-128"/>
          <a:cs typeface="ＭＳ Ｐゴシック" charset="-128"/>
        </a:defRPr>
      </a:lvl7pPr>
      <a:lvl8pPr marL="1874608" algn="l" rtl="0" eaLnBrk="1" fontAlgn="base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ＭＳ Ｐゴシック" charset="-128"/>
          <a:ea typeface="ＭＳ Ｐゴシック" charset="-128"/>
          <a:cs typeface="ＭＳ Ｐゴシック" charset="-128"/>
        </a:defRPr>
      </a:lvl8pPr>
      <a:lvl9pPr marL="2499479" algn="l" rtl="0" eaLnBrk="1" fontAlgn="base" hangingPunct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ＭＳ Ｐゴシック" charset="-128"/>
          <a:ea typeface="ＭＳ Ｐゴシック" charset="-128"/>
          <a:cs typeface="ＭＳ Ｐゴシック" charset="-128"/>
        </a:defRPr>
      </a:lvl9pPr>
    </p:titleStyle>
    <p:bodyStyle>
      <a:lvl1pPr marL="466573" indent="-466573" algn="l" rtl="0" eaLnBrk="1" fontAlgn="base" hangingPunct="1">
        <a:spcBef>
          <a:spcPct val="20000"/>
        </a:spcBef>
        <a:spcAft>
          <a:spcPct val="0"/>
        </a:spcAft>
        <a:defRPr kumimoji="1" lang="en-US" altLang="ja-JP" sz="1600" b="0" i="0" kern="1200" baseline="0" dirty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1012901" indent="-386817" algn="l" rtl="0" eaLnBrk="1" fontAlgn="base" hangingPunct="1">
        <a:spcBef>
          <a:spcPct val="20000"/>
        </a:spcBef>
        <a:spcAft>
          <a:spcPct val="0"/>
        </a:spcAft>
        <a:defRPr kumimoji="1" lang="en-US" altLang="ja-JP" sz="1400" b="0" i="0" kern="1200" dirty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559230" indent="-309055" algn="l" rtl="0" eaLnBrk="1" fontAlgn="base" hangingPunct="1">
        <a:spcBef>
          <a:spcPct val="20000"/>
        </a:spcBef>
        <a:spcAft>
          <a:spcPct val="0"/>
        </a:spcAft>
        <a:defRPr kumimoji="1" lang="en-US" altLang="ja-JP" sz="1400" b="0" i="0" kern="1200" dirty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2185314" indent="-309055" algn="l" rtl="0" eaLnBrk="1" fontAlgn="base" hangingPunct="1">
        <a:spcBef>
          <a:spcPct val="20000"/>
        </a:spcBef>
        <a:spcAft>
          <a:spcPct val="0"/>
        </a:spcAft>
        <a:defRPr kumimoji="1" lang="en-US" altLang="ja-JP" sz="1400" b="0" i="0" kern="1200" dirty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809406" indent="-309055" algn="l" rtl="0" eaLnBrk="1" fontAlgn="base" hangingPunct="1">
        <a:spcBef>
          <a:spcPct val="20000"/>
        </a:spcBef>
        <a:spcAft>
          <a:spcPct val="0"/>
        </a:spcAft>
        <a:defRPr kumimoji="1" lang="ja-JP" altLang="en-US" sz="1400" b="0" i="0" kern="1200" dirty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3436781" indent="-312434" algn="l" rtl="0" eaLnBrk="1" fontAlgn="base" hangingPunct="1">
        <a:spcBef>
          <a:spcPct val="20000"/>
        </a:spcBef>
        <a:spcAft>
          <a:spcPct val="0"/>
        </a:spcAft>
        <a:defRPr kumimoji="1" sz="1758">
          <a:solidFill>
            <a:schemeClr val="tx1"/>
          </a:solidFill>
          <a:latin typeface="+mn-lt"/>
          <a:ea typeface="+mn-ea"/>
        </a:defRPr>
      </a:lvl6pPr>
      <a:lvl7pPr marL="4061652" indent="-312434" algn="l" rtl="0" eaLnBrk="1" fontAlgn="base" hangingPunct="1">
        <a:spcBef>
          <a:spcPct val="20000"/>
        </a:spcBef>
        <a:spcAft>
          <a:spcPct val="0"/>
        </a:spcAft>
        <a:defRPr kumimoji="1" sz="1758">
          <a:solidFill>
            <a:schemeClr val="tx1"/>
          </a:solidFill>
          <a:latin typeface="+mn-lt"/>
          <a:ea typeface="+mn-ea"/>
        </a:defRPr>
      </a:lvl7pPr>
      <a:lvl8pPr marL="4686518" indent="-312434" algn="l" rtl="0" eaLnBrk="1" fontAlgn="base" hangingPunct="1">
        <a:spcBef>
          <a:spcPct val="20000"/>
        </a:spcBef>
        <a:spcAft>
          <a:spcPct val="0"/>
        </a:spcAft>
        <a:defRPr kumimoji="1" sz="1758">
          <a:solidFill>
            <a:schemeClr val="tx1"/>
          </a:solidFill>
          <a:latin typeface="+mn-lt"/>
          <a:ea typeface="+mn-ea"/>
        </a:defRPr>
      </a:lvl8pPr>
      <a:lvl9pPr marL="5311390" indent="-312434" algn="l" rtl="0" eaLnBrk="1" fontAlgn="base" hangingPunct="1">
        <a:spcBef>
          <a:spcPct val="20000"/>
        </a:spcBef>
        <a:spcAft>
          <a:spcPct val="0"/>
        </a:spcAft>
        <a:defRPr kumimoji="1" sz="1758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1pPr>
      <a:lvl2pPr marL="624870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2pPr>
      <a:lvl3pPr marL="1249738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3pPr>
      <a:lvl4pPr marL="1874608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4pPr>
      <a:lvl5pPr marL="2499479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5pPr>
      <a:lvl6pPr marL="3124348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6pPr>
      <a:lvl7pPr marL="3749215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7pPr>
      <a:lvl8pPr marL="4374084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8pPr>
      <a:lvl9pPr marL="4998954" algn="l" defTabSz="624870" rtl="0" eaLnBrk="1" latinLnBrk="0" hangingPunct="1">
        <a:defRPr kumimoji="1" sz="26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518902923"/>
              </p:ext>
            </p:extLst>
          </p:nvPr>
        </p:nvGraphicFramePr>
        <p:xfrm>
          <a:off x="1726" y="1726"/>
          <a:ext cx="1724" cy="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1" imgW="270" imgH="270" progId="TCLayout.ActiveDocument.1">
                  <p:embed/>
                </p:oleObj>
              </mc:Choice>
              <mc:Fallback>
                <p:oleObj name="think-cell Slide" r:id="rId7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726" y="1726"/>
                        <a:ext cx="1724" cy="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4399" y="179937"/>
            <a:ext cx="12004954" cy="51802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64399" y="1738737"/>
            <a:ext cx="12518891" cy="49177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10" name="スライド番号プレースホルダ 5">
            <a:extLst>
              <a:ext uri="{FF2B5EF4-FFF2-40B4-BE49-F238E27FC236}">
                <a16:creationId xmlns:a16="http://schemas.microsoft.com/office/drawing/2014/main" id="{07466DD4-4EA9-41D1-B392-9AC6BC1E58B9}"/>
              </a:ext>
            </a:extLst>
          </p:cNvPr>
          <p:cNvSpPr txBox="1">
            <a:spLocks/>
          </p:cNvSpPr>
          <p:nvPr userDrawn="1"/>
        </p:nvSpPr>
        <p:spPr>
          <a:xfrm>
            <a:off x="10156561" y="7054991"/>
            <a:ext cx="3091127" cy="396735"/>
          </a:xfrm>
          <a:prstGeom prst="rect">
            <a:avLst/>
          </a:prstGeom>
        </p:spPr>
        <p:txBody>
          <a:bodyPr anchor="ctr" anchorCtr="0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D8CB9D-0677-470C-B00A-10D0F9C54D26}" type="slidenum">
              <a:rPr lang="ja-JP" altLang="en-US" sz="1304" smtClean="0">
                <a:solidFill>
                  <a:prstClr val="black"/>
                </a:solidFill>
                <a:latin typeface="+mn-lt"/>
                <a:ea typeface="+mn-ea"/>
                <a:cs typeface="+mn-cs"/>
              </a:rPr>
              <a:pPr/>
              <a:t>‹#›</a:t>
            </a:fld>
            <a:endParaRPr lang="ja-JP" altLang="en-US" sz="1304">
              <a:solidFill>
                <a:prstClr val="black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010128-EE9C-A4A3-B2CD-B2284D77DE41}"/>
              </a:ext>
            </a:extLst>
          </p:cNvPr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2369353" y="22128"/>
            <a:ext cx="726169" cy="75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3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7" r:id="rId1"/>
    <p:sldLayoutId id="2147485098" r:id="rId2"/>
    <p:sldLayoutId id="2147485099" r:id="rId3"/>
    <p:sldLayoutId id="2147485100" r:id="rId4"/>
    <p:sldLayoutId id="2147485101" r:id="rId5"/>
    <p:sldLayoutId id="2147485102" r:id="rId6"/>
    <p:sldLayoutId id="2147485103" r:id="rId7"/>
    <p:sldLayoutId id="2147485104" r:id="rId8"/>
    <p:sldLayoutId id="2147485105" r:id="rId9"/>
    <p:sldLayoutId id="2147485106" r:id="rId10"/>
    <p:sldLayoutId id="2147485107" r:id="rId11"/>
    <p:sldLayoutId id="2147485108" r:id="rId12"/>
    <p:sldLayoutId id="2147485109" r:id="rId13"/>
    <p:sldLayoutId id="2147485110" r:id="rId14"/>
    <p:sldLayoutId id="2147485111" r:id="rId15"/>
    <p:sldLayoutId id="2147485112" r:id="rId16"/>
    <p:sldLayoutId id="2147485113" r:id="rId17"/>
    <p:sldLayoutId id="2147485114" r:id="rId18"/>
    <p:sldLayoutId id="2147485115" r:id="rId19"/>
    <p:sldLayoutId id="2147485116" r:id="rId20"/>
    <p:sldLayoutId id="2147485117" r:id="rId21"/>
    <p:sldLayoutId id="2147485118" r:id="rId22"/>
    <p:sldLayoutId id="2147485119" r:id="rId23"/>
    <p:sldLayoutId id="2147485120" r:id="rId24"/>
    <p:sldLayoutId id="2147485121" r:id="rId25"/>
    <p:sldLayoutId id="2147485122" r:id="rId26"/>
    <p:sldLayoutId id="2147485123" r:id="rId27"/>
    <p:sldLayoutId id="2147485124" r:id="rId28"/>
    <p:sldLayoutId id="2147485125" r:id="rId29"/>
    <p:sldLayoutId id="2147485126" r:id="rId30"/>
    <p:sldLayoutId id="2147485127" r:id="rId31"/>
    <p:sldLayoutId id="2147485128" r:id="rId32"/>
    <p:sldLayoutId id="2147485129" r:id="rId33"/>
    <p:sldLayoutId id="2147485130" r:id="rId34"/>
    <p:sldLayoutId id="2147485131" r:id="rId35"/>
    <p:sldLayoutId id="2147485132" r:id="rId36"/>
    <p:sldLayoutId id="2147485133" r:id="rId37"/>
    <p:sldLayoutId id="2147485134" r:id="rId38"/>
    <p:sldLayoutId id="2147485135" r:id="rId39"/>
    <p:sldLayoutId id="2147485136" r:id="rId40"/>
    <p:sldLayoutId id="2147485137" r:id="rId41"/>
    <p:sldLayoutId id="2147485138" r:id="rId42"/>
    <p:sldLayoutId id="2147485139" r:id="rId43"/>
    <p:sldLayoutId id="2147485140" r:id="rId44"/>
    <p:sldLayoutId id="2147485141" r:id="rId45"/>
    <p:sldLayoutId id="2147485142" r:id="rId46"/>
    <p:sldLayoutId id="2147485143" r:id="rId47"/>
    <p:sldLayoutId id="2147485144" r:id="rId48"/>
    <p:sldLayoutId id="2147485145" r:id="rId49"/>
    <p:sldLayoutId id="2147485146" r:id="rId50"/>
    <p:sldLayoutId id="2147485147" r:id="rId51"/>
    <p:sldLayoutId id="2147485148" r:id="rId52"/>
    <p:sldLayoutId id="2147485149" r:id="rId53"/>
    <p:sldLayoutId id="2147485150" r:id="rId54"/>
    <p:sldLayoutId id="2147485151" r:id="rId55"/>
    <p:sldLayoutId id="2147485152" r:id="rId56"/>
    <p:sldLayoutId id="2147485153" r:id="rId57"/>
    <p:sldLayoutId id="2147485154" r:id="rId58"/>
    <p:sldLayoutId id="2147485155" r:id="rId59"/>
    <p:sldLayoutId id="2147485156" r:id="rId60"/>
    <p:sldLayoutId id="2147485157" r:id="rId61"/>
    <p:sldLayoutId id="2147485158" r:id="rId62"/>
    <p:sldLayoutId id="2147485159" r:id="rId63"/>
    <p:sldLayoutId id="2147485160" r:id="rId64"/>
    <p:sldLayoutId id="2147485161" r:id="rId65"/>
    <p:sldLayoutId id="2147485162" r:id="rId66"/>
    <p:sldLayoutId id="2147485163" r:id="rId67"/>
    <p:sldLayoutId id="2147485164" r:id="rId6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2173" kern="1200">
          <a:solidFill>
            <a:schemeClr val="tx1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93587" rtl="0" eaLnBrk="1" latinLnBrk="0" hangingPunct="1">
        <a:lnSpc>
          <a:spcPct val="110000"/>
        </a:lnSpc>
        <a:spcBef>
          <a:spcPts val="652"/>
        </a:spcBef>
        <a:spcAft>
          <a:spcPts val="326"/>
        </a:spcAft>
        <a:buFont typeface="Arial" panose="020B0604020202020204" pitchFamily="34" charset="0"/>
        <a:buChar char="​"/>
        <a:defRPr lang="en-US" sz="1304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309029" indent="-187764" algn="l" defTabSz="993587" rtl="0" eaLnBrk="1" latinLnBrk="0" hangingPunct="1">
        <a:lnSpc>
          <a:spcPct val="90000"/>
        </a:lnSpc>
        <a:spcBef>
          <a:spcPts val="0"/>
        </a:spcBef>
        <a:spcAft>
          <a:spcPts val="326"/>
        </a:spcAft>
        <a:buClr>
          <a:schemeClr val="tx2"/>
        </a:buClr>
        <a:buFont typeface="Arial" panose="020B0604020202020204" pitchFamily="34" charset="0"/>
        <a:buChar char="•"/>
        <a:defRPr lang="en-US" sz="1304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55470" indent="-179941" algn="l" defTabSz="993587" rtl="0" eaLnBrk="1" latinLnBrk="0" hangingPunct="1">
        <a:lnSpc>
          <a:spcPct val="90000"/>
        </a:lnSpc>
        <a:spcBef>
          <a:spcPts val="0"/>
        </a:spcBef>
        <a:spcAft>
          <a:spcPts val="326"/>
        </a:spcAft>
        <a:buClr>
          <a:schemeClr val="tx2"/>
        </a:buClr>
        <a:buFont typeface="Trebuchet MS" panose="020B0603020202020204" pitchFamily="34" charset="0"/>
        <a:buChar char="–"/>
        <a:defRPr lang="en-US" sz="1304" kern="120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93587" rtl="0" eaLnBrk="1" latinLnBrk="0" hangingPunct="1">
        <a:lnSpc>
          <a:spcPct val="110000"/>
        </a:lnSpc>
        <a:spcBef>
          <a:spcPts val="326"/>
        </a:spcBef>
        <a:spcAft>
          <a:spcPts val="326"/>
        </a:spcAft>
        <a:buClr>
          <a:schemeClr val="tx2"/>
        </a:buClr>
        <a:buFont typeface="Arial" panose="020B0604020202020204" pitchFamily="34" charset="0"/>
        <a:buChar char="​"/>
        <a:defRPr lang="en-US" sz="1739" kern="120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93587" rtl="0" eaLnBrk="1" latinLnBrk="0" hangingPunct="1">
        <a:lnSpc>
          <a:spcPct val="100000"/>
        </a:lnSpc>
        <a:spcBef>
          <a:spcPts val="0"/>
        </a:spcBef>
        <a:spcAft>
          <a:spcPts val="326"/>
        </a:spcAft>
        <a:buClrTx/>
        <a:buFont typeface="Arial" panose="020B0604020202020204" pitchFamily="34" charset="0"/>
        <a:buChar char="​"/>
        <a:defRPr lang="en-US" sz="1739" b="1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93246" indent="-165598" algn="l" defTabSz="993587" rtl="0" eaLnBrk="1" latinLnBrk="0" hangingPunct="1">
        <a:lnSpc>
          <a:spcPct val="90000"/>
        </a:lnSpc>
        <a:spcBef>
          <a:spcPts val="0"/>
        </a:spcBef>
        <a:spcAft>
          <a:spcPts val="652"/>
        </a:spcAft>
        <a:buClr>
          <a:schemeClr val="tx2"/>
        </a:buClr>
        <a:buFont typeface="Arial" panose="020B0604020202020204" pitchFamily="34" charset="0"/>
        <a:buChar char="•"/>
        <a:defRPr lang="en-US" sz="1739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93587" rtl="0" eaLnBrk="1" latinLnBrk="0" hangingPunct="1">
        <a:lnSpc>
          <a:spcPct val="90000"/>
        </a:lnSpc>
        <a:spcBef>
          <a:spcPts val="978"/>
        </a:spcBef>
        <a:spcAft>
          <a:spcPts val="978"/>
        </a:spcAft>
        <a:buFont typeface="Arial" panose="020B0604020202020204" pitchFamily="34" charset="0"/>
        <a:buChar char="​"/>
        <a:defRPr lang="en-US" sz="4781" kern="1200" baseline="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93587" rtl="0" eaLnBrk="1" latinLnBrk="0" hangingPunct="1">
        <a:lnSpc>
          <a:spcPct val="90000"/>
        </a:lnSpc>
        <a:spcBef>
          <a:spcPts val="978"/>
        </a:spcBef>
        <a:spcAft>
          <a:spcPts val="0"/>
        </a:spcAft>
        <a:buFont typeface="Arial" panose="020B0604020202020204" pitchFamily="34" charset="0"/>
        <a:buChar char="​"/>
        <a:defRPr lang="en-US" sz="5868" kern="1200" baseline="0" smtClean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93587" rtl="0" eaLnBrk="1" latinLnBrk="0" hangingPunct="1">
        <a:lnSpc>
          <a:spcPct val="100000"/>
        </a:lnSpc>
        <a:spcBef>
          <a:spcPts val="0"/>
        </a:spcBef>
        <a:spcAft>
          <a:spcPts val="978"/>
        </a:spcAft>
        <a:buFont typeface="Arial" panose="020B0604020202020204" pitchFamily="34" charset="0"/>
        <a:buChar char="​"/>
        <a:defRPr lang="en-US" sz="2608" kern="1200" baseline="0" dirty="0">
          <a:solidFill>
            <a:schemeClr val="tx2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8">
          <p15:clr>
            <a:srgbClr val="F26B43"/>
          </p15:clr>
        </p15:guide>
        <p15:guide id="2" pos="208">
          <p15:clr>
            <a:srgbClr val="F26B43"/>
          </p15:clr>
        </p15:guide>
        <p15:guide id="3" pos="7472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998A99-F5E5-6A12-3C11-0C175A2A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779" y="396736"/>
            <a:ext cx="1142613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1D8308-00CA-D344-A65A-DB9C6A7DB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0779" y="1983677"/>
            <a:ext cx="1142613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C37130-C994-384A-0BFC-03CF19368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778" y="6906646"/>
            <a:ext cx="2980730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5D418-3557-485B-A7A8-881BD1CF4DDC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8A7ED5-B562-45B5-5D90-217C5783E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8297" y="6906646"/>
            <a:ext cx="447109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68FBF2-4E4C-F3DC-7C5E-663F7747D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6180" y="6906646"/>
            <a:ext cx="2980730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6620E-7A5F-4752-B41D-FCA0D7E9C0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96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66" r:id="rId1"/>
    <p:sldLayoutId id="2147485167" r:id="rId2"/>
    <p:sldLayoutId id="2147485168" r:id="rId3"/>
    <p:sldLayoutId id="2147485169" r:id="rId4"/>
    <p:sldLayoutId id="2147485170" r:id="rId5"/>
    <p:sldLayoutId id="2147485171" r:id="rId6"/>
    <p:sldLayoutId id="2147485172" r:id="rId7"/>
    <p:sldLayoutId id="2147485173" r:id="rId8"/>
    <p:sldLayoutId id="2147485174" r:id="rId9"/>
    <p:sldLayoutId id="2147485175" r:id="rId10"/>
    <p:sldLayoutId id="2147485176" r:id="rId11"/>
    <p:sldLayoutId id="2147485177" r:id="rId12"/>
    <p:sldLayoutId id="2147485178" r:id="rId13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kumimoji="1"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kumimoji="1"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kumimoji="1"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20.jpeg"/><Relationship Id="rId7" Type="http://schemas.openxmlformats.org/officeDocument/2006/relationships/image" Target="../media/image19.svg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18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E169-D862-EEE7-AE4F-0EEB6156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正方形/長方形 587">
            <a:extLst>
              <a:ext uri="{FF2B5EF4-FFF2-40B4-BE49-F238E27FC236}">
                <a16:creationId xmlns:a16="http://schemas.microsoft.com/office/drawing/2014/main" id="{0E7C6865-ACD7-1A7D-B415-3D366EAF5E67}"/>
              </a:ext>
            </a:extLst>
          </p:cNvPr>
          <p:cNvSpPr/>
          <p:nvPr/>
        </p:nvSpPr>
        <p:spPr>
          <a:xfrm>
            <a:off x="396240" y="1812297"/>
            <a:ext cx="5892800" cy="5441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NDS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所管エリア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7FFABE2C-E457-1AA4-6032-6E02A4CAFB24}"/>
              </a:ext>
            </a:extLst>
          </p:cNvPr>
          <p:cNvSpPr/>
          <p:nvPr/>
        </p:nvSpPr>
        <p:spPr>
          <a:xfrm>
            <a:off x="882316" y="4854186"/>
            <a:ext cx="5239945" cy="15888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ほのぼの</a:t>
            </a:r>
            <a:r>
              <a:rPr kumimoji="1" lang="en-US" altLang="ja-JP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NEXT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(11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分割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DB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を直接更新）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589" name="正方形/長方形 588">
            <a:extLst>
              <a:ext uri="{FF2B5EF4-FFF2-40B4-BE49-F238E27FC236}">
                <a16:creationId xmlns:a16="http://schemas.microsoft.com/office/drawing/2014/main" id="{09D8C781-4CF1-A606-B3DE-6F97D5EC98C2}"/>
              </a:ext>
            </a:extLst>
          </p:cNvPr>
          <p:cNvSpPr/>
          <p:nvPr/>
        </p:nvSpPr>
        <p:spPr>
          <a:xfrm>
            <a:off x="6490636" y="1818999"/>
            <a:ext cx="5547360" cy="5441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S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ケア所管エリア</a:t>
            </a:r>
          </a:p>
        </p:txBody>
      </p:sp>
      <p:sp>
        <p:nvSpPr>
          <p:cNvPr id="512" name="四角形: 角を丸くする 511">
            <a:extLst>
              <a:ext uri="{FF2B5EF4-FFF2-40B4-BE49-F238E27FC236}">
                <a16:creationId xmlns:a16="http://schemas.microsoft.com/office/drawing/2014/main" id="{640D0200-5FD9-C8DD-D703-63EDEAABD901}"/>
              </a:ext>
            </a:extLst>
          </p:cNvPr>
          <p:cNvSpPr/>
          <p:nvPr/>
        </p:nvSpPr>
        <p:spPr>
          <a:xfrm>
            <a:off x="838707" y="2441550"/>
            <a:ext cx="5343749" cy="16557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CareBase</a:t>
            </a: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（アプリ層）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A67BD55-6568-3A60-AACB-00ADED7D3A51}"/>
              </a:ext>
            </a:extLst>
          </p:cNvPr>
          <p:cNvSpPr/>
          <p:nvPr/>
        </p:nvSpPr>
        <p:spPr>
          <a:xfrm>
            <a:off x="8659029" y="2404462"/>
            <a:ext cx="3232989" cy="42431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既存システム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56EB296-07C7-89FB-5F1D-256552183E4F}"/>
              </a:ext>
            </a:extLst>
          </p:cNvPr>
          <p:cNvSpPr/>
          <p:nvPr/>
        </p:nvSpPr>
        <p:spPr>
          <a:xfrm>
            <a:off x="1085339" y="2990055"/>
            <a:ext cx="1155098" cy="87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ケアマネ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4C0C08A-BCB8-B310-884F-22C503A44A85}"/>
              </a:ext>
            </a:extLst>
          </p:cNvPr>
          <p:cNvSpPr/>
          <p:nvPr/>
        </p:nvSpPr>
        <p:spPr>
          <a:xfrm>
            <a:off x="2333810" y="2990055"/>
            <a:ext cx="1155098" cy="87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業務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計画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D6B8844-ED0C-AF96-D302-C57AD8BE476E}"/>
              </a:ext>
            </a:extLst>
          </p:cNvPr>
          <p:cNvSpPr/>
          <p:nvPr/>
        </p:nvSpPr>
        <p:spPr>
          <a:xfrm>
            <a:off x="3600728" y="3410931"/>
            <a:ext cx="1057337" cy="60458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スマホ記録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021E469-AD17-75EA-1B8B-BF822A774765}"/>
              </a:ext>
            </a:extLst>
          </p:cNvPr>
          <p:cNvSpPr/>
          <p:nvPr/>
        </p:nvSpPr>
        <p:spPr>
          <a:xfrm>
            <a:off x="4803601" y="2990055"/>
            <a:ext cx="1155098" cy="87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介護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見える化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EBAA59C-2207-8ADB-079B-C28B52959D84}"/>
              </a:ext>
            </a:extLst>
          </p:cNvPr>
          <p:cNvSpPr/>
          <p:nvPr/>
        </p:nvSpPr>
        <p:spPr>
          <a:xfrm>
            <a:off x="8791604" y="3074527"/>
            <a:ext cx="2995084" cy="20779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FOUNDRY</a:t>
            </a:r>
            <a:endParaRPr kumimoji="1" lang="ja-JP" altLang="en-US" sz="19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ED07782-B6A6-6407-D510-AA5962670747}"/>
              </a:ext>
            </a:extLst>
          </p:cNvPr>
          <p:cNvSpPr/>
          <p:nvPr/>
        </p:nvSpPr>
        <p:spPr>
          <a:xfrm>
            <a:off x="9165702" y="3545605"/>
            <a:ext cx="2357505" cy="403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アセス</a:t>
            </a:r>
            <a:r>
              <a:rPr kumimoji="1" lang="en-US" altLang="ja-JP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V</a:t>
            </a:r>
            <a:r>
              <a:rPr kumimoji="1" lang="ja-JP" altLang="en-US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４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F880DB3-3637-1DF4-5D73-7D79216FEFDF}"/>
              </a:ext>
            </a:extLst>
          </p:cNvPr>
          <p:cNvSpPr/>
          <p:nvPr/>
        </p:nvSpPr>
        <p:spPr>
          <a:xfrm>
            <a:off x="9117692" y="5349810"/>
            <a:ext cx="2357505" cy="403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Axist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5F47949-2E58-00E1-23FB-E2818844EEE0}"/>
              </a:ext>
            </a:extLst>
          </p:cNvPr>
          <p:cNvSpPr/>
          <p:nvPr/>
        </p:nvSpPr>
        <p:spPr>
          <a:xfrm>
            <a:off x="9165702" y="4037097"/>
            <a:ext cx="2357505" cy="403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egaku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CAA4402-252B-EDB1-8510-E6A5FAAA2093}"/>
              </a:ext>
            </a:extLst>
          </p:cNvPr>
          <p:cNvSpPr/>
          <p:nvPr/>
        </p:nvSpPr>
        <p:spPr>
          <a:xfrm>
            <a:off x="890610" y="6590380"/>
            <a:ext cx="5239945" cy="4301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統合アプリ等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2C59AEE-D082-0267-1CA1-789452F299BD}"/>
              </a:ext>
            </a:extLst>
          </p:cNvPr>
          <p:cNvCxnSpPr>
            <a:cxnSpLocks/>
          </p:cNvCxnSpPr>
          <p:nvPr/>
        </p:nvCxnSpPr>
        <p:spPr>
          <a:xfrm flipV="1">
            <a:off x="2028652" y="4103951"/>
            <a:ext cx="0" cy="4615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B3D9EC9-EB25-1B2A-6172-31B53E52EF26}"/>
              </a:ext>
            </a:extLst>
          </p:cNvPr>
          <p:cNvCxnSpPr>
            <a:cxnSpLocks/>
          </p:cNvCxnSpPr>
          <p:nvPr/>
        </p:nvCxnSpPr>
        <p:spPr>
          <a:xfrm>
            <a:off x="4803601" y="4103951"/>
            <a:ext cx="0" cy="4615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E366B99-C875-BB6F-6A2A-39533F7D14EB}"/>
              </a:ext>
            </a:extLst>
          </p:cNvPr>
          <p:cNvSpPr/>
          <p:nvPr/>
        </p:nvSpPr>
        <p:spPr>
          <a:xfrm>
            <a:off x="8907639" y="1437999"/>
            <a:ext cx="960676" cy="2557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継続</a:t>
            </a:r>
            <a:endParaRPr kumimoji="1" lang="en-US" altLang="ja-JP" sz="13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482185F-45AF-C7E5-0E76-1ED57716A078}"/>
              </a:ext>
            </a:extLst>
          </p:cNvPr>
          <p:cNvSpPr/>
          <p:nvPr/>
        </p:nvSpPr>
        <p:spPr>
          <a:xfrm>
            <a:off x="7832039" y="1436920"/>
            <a:ext cx="960677" cy="2557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新規</a:t>
            </a:r>
            <a:endParaRPr kumimoji="1" lang="en-US" altLang="ja-JP" sz="13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08C8204-B3EE-47C8-7D24-2981D8435481}"/>
              </a:ext>
            </a:extLst>
          </p:cNvPr>
          <p:cNvSpPr/>
          <p:nvPr/>
        </p:nvSpPr>
        <p:spPr>
          <a:xfrm>
            <a:off x="10017459" y="1436920"/>
            <a:ext cx="960676" cy="25579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廃止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E407EB2-116B-ED3E-D31F-CB0D42EF70C5}"/>
              </a:ext>
            </a:extLst>
          </p:cNvPr>
          <p:cNvSpPr/>
          <p:nvPr/>
        </p:nvSpPr>
        <p:spPr>
          <a:xfrm>
            <a:off x="484157" y="800114"/>
            <a:ext cx="11773157" cy="636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173" b="1" u="sng" dirty="0">
                <a:solidFill>
                  <a:prstClr val="black"/>
                </a:solidFill>
                <a:highlight>
                  <a:srgbClr val="9CDCF9"/>
                </a:highlight>
                <a:latin typeface="BIZ UDPゴシック"/>
                <a:ea typeface="BIZ UDPゴシック"/>
              </a:rPr>
              <a:t>最終形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：全システム</a:t>
            </a:r>
            <a:r>
              <a:rPr kumimoji="1" lang="en-US" altLang="ja-JP" sz="2173" b="1" i="0" u="sng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CareBase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への一斉移行</a:t>
            </a:r>
            <a:endParaRPr kumimoji="1" lang="en-US" altLang="ja-JP" sz="2173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9CDCF9"/>
              </a:highlight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04A4DA5-A514-CB55-D723-34AB58DDC20A}"/>
              </a:ext>
            </a:extLst>
          </p:cNvPr>
          <p:cNvSpPr/>
          <p:nvPr/>
        </p:nvSpPr>
        <p:spPr>
          <a:xfrm>
            <a:off x="3600728" y="2479242"/>
            <a:ext cx="1057337" cy="87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Web</a:t>
            </a: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記録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（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S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ケア先行版）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FC4D295C-72B6-A8BF-99AB-7DDD82BA5AC6}"/>
              </a:ext>
            </a:extLst>
          </p:cNvPr>
          <p:cNvSpPr/>
          <p:nvPr/>
        </p:nvSpPr>
        <p:spPr>
          <a:xfrm>
            <a:off x="6631041" y="2457796"/>
            <a:ext cx="1926344" cy="16557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新基盤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5B72379-6FCE-DDA7-4A72-ED259073930C}"/>
              </a:ext>
            </a:extLst>
          </p:cNvPr>
          <p:cNvSpPr/>
          <p:nvPr/>
        </p:nvSpPr>
        <p:spPr>
          <a:xfrm>
            <a:off x="6941483" y="2990055"/>
            <a:ext cx="1454064" cy="87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新分析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システム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579" name="テキスト ボックス 578">
            <a:extLst>
              <a:ext uri="{FF2B5EF4-FFF2-40B4-BE49-F238E27FC236}">
                <a16:creationId xmlns:a16="http://schemas.microsoft.com/office/drawing/2014/main" id="{A389DC69-3265-574C-5A09-F0AA7495AF1A}"/>
              </a:ext>
            </a:extLst>
          </p:cNvPr>
          <p:cNvSpPr txBox="1"/>
          <p:nvPr/>
        </p:nvSpPr>
        <p:spPr>
          <a:xfrm>
            <a:off x="11096149" y="1573136"/>
            <a:ext cx="1022778" cy="23916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データ連携</a:t>
            </a:r>
          </a:p>
        </p:txBody>
      </p:sp>
      <p:cxnSp>
        <p:nvCxnSpPr>
          <p:cNvPr id="582" name="直線矢印コネクタ 581">
            <a:extLst>
              <a:ext uri="{FF2B5EF4-FFF2-40B4-BE49-F238E27FC236}">
                <a16:creationId xmlns:a16="http://schemas.microsoft.com/office/drawing/2014/main" id="{C030E29B-842D-C4CF-3034-2BACC9CF7E8E}"/>
              </a:ext>
            </a:extLst>
          </p:cNvPr>
          <p:cNvCxnSpPr>
            <a:cxnSpLocks/>
            <a:stCxn id="20" idx="3"/>
            <a:endCxn id="31" idx="2"/>
          </p:cNvCxnSpPr>
          <p:nvPr/>
        </p:nvCxnSpPr>
        <p:spPr>
          <a:xfrm flipV="1">
            <a:off x="6130555" y="3864238"/>
            <a:ext cx="1537960" cy="2941232"/>
          </a:xfrm>
          <a:prstGeom prst="curvedConnector2">
            <a:avLst/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6" name="直線矢印コネクタ 585">
            <a:extLst>
              <a:ext uri="{FF2B5EF4-FFF2-40B4-BE49-F238E27FC236}">
                <a16:creationId xmlns:a16="http://schemas.microsoft.com/office/drawing/2014/main" id="{512F77FF-29AB-1985-5368-48B1413F6684}"/>
              </a:ext>
            </a:extLst>
          </p:cNvPr>
          <p:cNvCxnSpPr>
            <a:cxnSpLocks/>
          </p:cNvCxnSpPr>
          <p:nvPr/>
        </p:nvCxnSpPr>
        <p:spPr>
          <a:xfrm>
            <a:off x="11290819" y="1502346"/>
            <a:ext cx="69830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8490155-285E-59AF-4353-C0B15C2B4E9C}"/>
              </a:ext>
            </a:extLst>
          </p:cNvPr>
          <p:cNvSpPr/>
          <p:nvPr/>
        </p:nvSpPr>
        <p:spPr>
          <a:xfrm>
            <a:off x="9137746" y="5916509"/>
            <a:ext cx="2357505" cy="403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介護記録システム</a:t>
            </a:r>
          </a:p>
        </p:txBody>
      </p:sp>
      <p:sp>
        <p:nvSpPr>
          <p:cNvPr id="36" name="タイトル 1">
            <a:extLst>
              <a:ext uri="{FF2B5EF4-FFF2-40B4-BE49-F238E27FC236}">
                <a16:creationId xmlns:a16="http://schemas.microsoft.com/office/drawing/2014/main" id="{1220AD52-2293-6ACC-4EC6-5E716CEE3EA9}"/>
              </a:ext>
            </a:extLst>
          </p:cNvPr>
          <p:cNvSpPr txBox="1">
            <a:spLocks/>
          </p:cNvSpPr>
          <p:nvPr/>
        </p:nvSpPr>
        <p:spPr bwMode="auto">
          <a:xfrm>
            <a:off x="741680" y="209708"/>
            <a:ext cx="10009276" cy="372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ja-JP" altLang="en-US" sz="2800" b="1" i="0" kern="1200" baseline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5pPr>
            <a:lvl6pPr marL="624870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6pPr>
            <a:lvl7pPr marL="1249738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7pPr>
            <a:lvl8pPr marL="1874608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8pPr>
            <a:lvl9pPr marL="2499479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altLang="ja-JP" sz="24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ＭＳ Ｐゴシック" charset="-128"/>
              </a:rPr>
              <a:t>CareBase</a:t>
            </a:r>
            <a:r>
              <a:rPr lang="ja-JP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ＭＳ Ｐゴシック" charset="-128"/>
              </a:rPr>
              <a:t>移行：検討ポイント整理</a:t>
            </a:r>
            <a:endParaRPr lang="ja-JP" altLang="en-US" sz="2400"/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592B92E5-295E-2D1D-B407-1CB9736C7767}"/>
              </a:ext>
            </a:extLst>
          </p:cNvPr>
          <p:cNvSpPr/>
          <p:nvPr/>
        </p:nvSpPr>
        <p:spPr>
          <a:xfrm>
            <a:off x="672378" y="5081635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ケアマネ</a:t>
            </a: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5D093F7E-4654-DB78-2D6F-D31E1E2CAF97}"/>
              </a:ext>
            </a:extLst>
          </p:cNvPr>
          <p:cNvSpPr/>
          <p:nvPr/>
        </p:nvSpPr>
        <p:spPr>
          <a:xfrm>
            <a:off x="1843638" y="5081634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業務計画</a:t>
            </a:r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EABD0429-9215-6737-9581-EC4A6E1371E3}"/>
              </a:ext>
            </a:extLst>
          </p:cNvPr>
          <p:cNvSpPr/>
          <p:nvPr/>
        </p:nvSpPr>
        <p:spPr>
          <a:xfrm>
            <a:off x="3025136" y="5096345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kern="0" dirty="0"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記録</a:t>
            </a: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41" name="円柱 40">
            <a:extLst>
              <a:ext uri="{FF2B5EF4-FFF2-40B4-BE49-F238E27FC236}">
                <a16:creationId xmlns:a16="http://schemas.microsoft.com/office/drawing/2014/main" id="{07047D4A-0CF1-A83C-4701-11E9D8A5ADE9}"/>
              </a:ext>
            </a:extLst>
          </p:cNvPr>
          <p:cNvSpPr/>
          <p:nvPr/>
        </p:nvSpPr>
        <p:spPr>
          <a:xfrm>
            <a:off x="4212743" y="5081633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請求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376BDF6-9F10-E5F7-FB26-9106AA484991}"/>
              </a:ext>
            </a:extLst>
          </p:cNvPr>
          <p:cNvSpPr/>
          <p:nvPr/>
        </p:nvSpPr>
        <p:spPr>
          <a:xfrm>
            <a:off x="729916" y="4701786"/>
            <a:ext cx="5239945" cy="15888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ほのぼの</a:t>
            </a:r>
            <a:r>
              <a:rPr kumimoji="1" lang="en-US" altLang="ja-JP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NEXT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(11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分割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DB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を直接更新）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28EC88E-0A58-0262-5479-52412C5E3013}"/>
              </a:ext>
            </a:extLst>
          </p:cNvPr>
          <p:cNvSpPr/>
          <p:nvPr/>
        </p:nvSpPr>
        <p:spPr>
          <a:xfrm>
            <a:off x="577516" y="4549386"/>
            <a:ext cx="5239945" cy="15888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ほのぼの</a:t>
            </a:r>
            <a:r>
              <a:rPr kumimoji="1" lang="en-US" altLang="ja-JP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NEXT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(11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分割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DB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を直接更新）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4DD34BA-DEA5-426C-882D-EADFCAAD4A2E}"/>
              </a:ext>
            </a:extLst>
          </p:cNvPr>
          <p:cNvCxnSpPr>
            <a:cxnSpLocks/>
          </p:cNvCxnSpPr>
          <p:nvPr/>
        </p:nvCxnSpPr>
        <p:spPr>
          <a:xfrm>
            <a:off x="4908933" y="6138249"/>
            <a:ext cx="0" cy="44936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75A8A9F-4ED0-9139-0ABF-4436381B2754}"/>
              </a:ext>
            </a:extLst>
          </p:cNvPr>
          <p:cNvCxnSpPr>
            <a:cxnSpLocks/>
          </p:cNvCxnSpPr>
          <p:nvPr/>
        </p:nvCxnSpPr>
        <p:spPr>
          <a:xfrm flipV="1">
            <a:off x="2028652" y="6138249"/>
            <a:ext cx="0" cy="44936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矢印コネクタ 581">
            <a:extLst>
              <a:ext uri="{FF2B5EF4-FFF2-40B4-BE49-F238E27FC236}">
                <a16:creationId xmlns:a16="http://schemas.microsoft.com/office/drawing/2014/main" id="{5A1A2AE5-EB7E-C2A5-255C-71B92C4F13B3}"/>
              </a:ext>
            </a:extLst>
          </p:cNvPr>
          <p:cNvCxnSpPr>
            <a:cxnSpLocks/>
            <a:stCxn id="4" idx="3"/>
            <a:endCxn id="31" idx="2"/>
          </p:cNvCxnSpPr>
          <p:nvPr/>
        </p:nvCxnSpPr>
        <p:spPr>
          <a:xfrm flipV="1">
            <a:off x="5817461" y="3864238"/>
            <a:ext cx="1851054" cy="1479579"/>
          </a:xfrm>
          <a:prstGeom prst="curvedConnector2">
            <a:avLst/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円柱 46">
            <a:extLst>
              <a:ext uri="{FF2B5EF4-FFF2-40B4-BE49-F238E27FC236}">
                <a16:creationId xmlns:a16="http://schemas.microsoft.com/office/drawing/2014/main" id="{8B455997-9A09-A499-DC83-0CCCF1876FEC}"/>
              </a:ext>
            </a:extLst>
          </p:cNvPr>
          <p:cNvSpPr/>
          <p:nvPr/>
        </p:nvSpPr>
        <p:spPr>
          <a:xfrm>
            <a:off x="922456" y="5192345"/>
            <a:ext cx="963266" cy="735683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ケアマネ</a:t>
            </a:r>
          </a:p>
        </p:txBody>
      </p:sp>
      <p:sp>
        <p:nvSpPr>
          <p:cNvPr id="48" name="円柱 47">
            <a:extLst>
              <a:ext uri="{FF2B5EF4-FFF2-40B4-BE49-F238E27FC236}">
                <a16:creationId xmlns:a16="http://schemas.microsoft.com/office/drawing/2014/main" id="{A340509D-B59E-2F56-21F9-26320E0C81EC}"/>
              </a:ext>
            </a:extLst>
          </p:cNvPr>
          <p:cNvSpPr/>
          <p:nvPr/>
        </p:nvSpPr>
        <p:spPr>
          <a:xfrm>
            <a:off x="2049768" y="5172356"/>
            <a:ext cx="963266" cy="735683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業務計画</a:t>
            </a:r>
          </a:p>
        </p:txBody>
      </p:sp>
      <p:sp>
        <p:nvSpPr>
          <p:cNvPr id="49" name="円柱 48">
            <a:extLst>
              <a:ext uri="{FF2B5EF4-FFF2-40B4-BE49-F238E27FC236}">
                <a16:creationId xmlns:a16="http://schemas.microsoft.com/office/drawing/2014/main" id="{D337F94F-1900-BD54-68B8-2FA79116A4CD}"/>
              </a:ext>
            </a:extLst>
          </p:cNvPr>
          <p:cNvSpPr/>
          <p:nvPr/>
        </p:nvSpPr>
        <p:spPr>
          <a:xfrm>
            <a:off x="3260791" y="5180571"/>
            <a:ext cx="963266" cy="735683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kern="0" dirty="0"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記録</a:t>
            </a: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50" name="円柱 49">
            <a:extLst>
              <a:ext uri="{FF2B5EF4-FFF2-40B4-BE49-F238E27FC236}">
                <a16:creationId xmlns:a16="http://schemas.microsoft.com/office/drawing/2014/main" id="{081747B8-66ED-8E06-DAD9-50B70A150166}"/>
              </a:ext>
            </a:extLst>
          </p:cNvPr>
          <p:cNvSpPr/>
          <p:nvPr/>
        </p:nvSpPr>
        <p:spPr>
          <a:xfrm>
            <a:off x="4474309" y="5180826"/>
            <a:ext cx="963266" cy="735683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kern="0" dirty="0"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請求</a:t>
            </a: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cxnSp>
        <p:nvCxnSpPr>
          <p:cNvPr id="2" name="直線矢印コネクタ 581">
            <a:extLst>
              <a:ext uri="{FF2B5EF4-FFF2-40B4-BE49-F238E27FC236}">
                <a16:creationId xmlns:a16="http://schemas.microsoft.com/office/drawing/2014/main" id="{76F88AD7-030B-2E27-EB72-3B9123C9AF9A}"/>
              </a:ext>
            </a:extLst>
          </p:cNvPr>
          <p:cNvCxnSpPr>
            <a:cxnSpLocks/>
            <a:stCxn id="15" idx="1"/>
            <a:endCxn id="31" idx="2"/>
          </p:cNvCxnSpPr>
          <p:nvPr/>
        </p:nvCxnSpPr>
        <p:spPr>
          <a:xfrm rot="10800000">
            <a:off x="7668516" y="3864238"/>
            <a:ext cx="1497187" cy="374412"/>
          </a:xfrm>
          <a:prstGeom prst="curvedConnector2">
            <a:avLst/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C0B19A8-6E52-94D5-8AF2-D28F011F66F8}"/>
              </a:ext>
            </a:extLst>
          </p:cNvPr>
          <p:cNvSpPr txBox="1"/>
          <p:nvPr/>
        </p:nvSpPr>
        <p:spPr>
          <a:xfrm>
            <a:off x="7840371" y="4234850"/>
            <a:ext cx="1731387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kumimoji="1" lang="ja-JP" altLang="en-US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分析データ</a:t>
            </a:r>
            <a:r>
              <a:rPr kumimoji="1" lang="en-US" altLang="ja-JP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10</a:t>
            </a:r>
            <a:r>
              <a:rPr kumimoji="1" lang="ja-JP" altLang="en-US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年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D6623B8-6964-054E-1274-0974E2B27929}"/>
              </a:ext>
            </a:extLst>
          </p:cNvPr>
          <p:cNvSpPr txBox="1"/>
          <p:nvPr/>
        </p:nvSpPr>
        <p:spPr>
          <a:xfrm>
            <a:off x="6135349" y="4774666"/>
            <a:ext cx="1731387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kumimoji="1" lang="en-US" altLang="ja-JP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CMC</a:t>
            </a:r>
            <a:r>
              <a:rPr kumimoji="1" lang="ja-JP" altLang="en-US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系</a:t>
            </a:r>
            <a:r>
              <a:rPr kumimoji="1" lang="en-US" altLang="ja-JP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6</a:t>
            </a:r>
            <a:r>
              <a:rPr kumimoji="1" lang="ja-JP" altLang="en-US" sz="1800" kern="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か月</a:t>
            </a:r>
          </a:p>
        </p:txBody>
      </p:sp>
    </p:spTree>
    <p:extLst>
      <p:ext uri="{BB962C8B-B14F-4D97-AF65-F5344CB8AC3E}">
        <p14:creationId xmlns:p14="http://schemas.microsoft.com/office/powerpoint/2010/main" val="162458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E169-D862-EEE7-AE4F-0EEB6156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正方形/長方形 587">
            <a:extLst>
              <a:ext uri="{FF2B5EF4-FFF2-40B4-BE49-F238E27FC236}">
                <a16:creationId xmlns:a16="http://schemas.microsoft.com/office/drawing/2014/main" id="{0E7C6865-ACD7-1A7D-B415-3D366EAF5E67}"/>
              </a:ext>
            </a:extLst>
          </p:cNvPr>
          <p:cNvSpPr/>
          <p:nvPr/>
        </p:nvSpPr>
        <p:spPr>
          <a:xfrm>
            <a:off x="396240" y="1812297"/>
            <a:ext cx="5892800" cy="5441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NDS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所管エリア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7FFABE2C-E457-1AA4-6032-6E02A4CAFB24}"/>
              </a:ext>
            </a:extLst>
          </p:cNvPr>
          <p:cNvSpPr/>
          <p:nvPr/>
        </p:nvSpPr>
        <p:spPr>
          <a:xfrm>
            <a:off x="882316" y="4854186"/>
            <a:ext cx="5239945" cy="15888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ほのぼの</a:t>
            </a:r>
            <a:r>
              <a:rPr kumimoji="1" lang="en-US" altLang="ja-JP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NEXT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(11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分割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DB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を直接更新）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589" name="正方形/長方形 588">
            <a:extLst>
              <a:ext uri="{FF2B5EF4-FFF2-40B4-BE49-F238E27FC236}">
                <a16:creationId xmlns:a16="http://schemas.microsoft.com/office/drawing/2014/main" id="{09D8C781-4CF1-A606-B3DE-6F97D5EC98C2}"/>
              </a:ext>
            </a:extLst>
          </p:cNvPr>
          <p:cNvSpPr/>
          <p:nvPr/>
        </p:nvSpPr>
        <p:spPr>
          <a:xfrm>
            <a:off x="6490636" y="1818999"/>
            <a:ext cx="5547360" cy="5441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S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  <a:sym typeface="Arial"/>
              </a:rPr>
              <a:t>ケア所管エリア</a:t>
            </a:r>
          </a:p>
        </p:txBody>
      </p:sp>
      <p:sp>
        <p:nvSpPr>
          <p:cNvPr id="512" name="四角形: 角を丸くする 511">
            <a:extLst>
              <a:ext uri="{FF2B5EF4-FFF2-40B4-BE49-F238E27FC236}">
                <a16:creationId xmlns:a16="http://schemas.microsoft.com/office/drawing/2014/main" id="{640D0200-5FD9-C8DD-D703-63EDEAABD901}"/>
              </a:ext>
            </a:extLst>
          </p:cNvPr>
          <p:cNvSpPr/>
          <p:nvPr/>
        </p:nvSpPr>
        <p:spPr>
          <a:xfrm>
            <a:off x="838707" y="2441550"/>
            <a:ext cx="5343749" cy="16557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CareBase</a:t>
            </a: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（アプリ層）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A67BD55-6568-3A60-AACB-00ADED7D3A51}"/>
              </a:ext>
            </a:extLst>
          </p:cNvPr>
          <p:cNvSpPr/>
          <p:nvPr/>
        </p:nvSpPr>
        <p:spPr>
          <a:xfrm>
            <a:off x="8659029" y="2404462"/>
            <a:ext cx="3232989" cy="424311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既存システム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56EB296-07C7-89FB-5F1D-256552183E4F}"/>
              </a:ext>
            </a:extLst>
          </p:cNvPr>
          <p:cNvSpPr/>
          <p:nvPr/>
        </p:nvSpPr>
        <p:spPr>
          <a:xfrm>
            <a:off x="1002812" y="2990058"/>
            <a:ext cx="1155098" cy="87418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ケアマネ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EBAA59C-2207-8ADB-079B-C28B52959D84}"/>
              </a:ext>
            </a:extLst>
          </p:cNvPr>
          <p:cNvSpPr/>
          <p:nvPr/>
        </p:nvSpPr>
        <p:spPr>
          <a:xfrm>
            <a:off x="8791604" y="3074527"/>
            <a:ext cx="2995084" cy="207794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FOUNDRY</a:t>
            </a:r>
            <a:endParaRPr kumimoji="1" lang="ja-JP" altLang="en-US" sz="195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ED07782-B6A6-6407-D510-AA5962670747}"/>
              </a:ext>
            </a:extLst>
          </p:cNvPr>
          <p:cNvSpPr/>
          <p:nvPr/>
        </p:nvSpPr>
        <p:spPr>
          <a:xfrm>
            <a:off x="9165702" y="3545605"/>
            <a:ext cx="2357505" cy="403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アセス</a:t>
            </a:r>
            <a:r>
              <a:rPr kumimoji="1" lang="en-US" altLang="ja-JP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V</a:t>
            </a:r>
            <a:r>
              <a:rPr kumimoji="1" lang="ja-JP" altLang="en-US" sz="195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４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F880DB3-3637-1DF4-5D73-7D79216FEFDF}"/>
              </a:ext>
            </a:extLst>
          </p:cNvPr>
          <p:cNvSpPr/>
          <p:nvPr/>
        </p:nvSpPr>
        <p:spPr>
          <a:xfrm>
            <a:off x="9110393" y="5209468"/>
            <a:ext cx="2357505" cy="4031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Axist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5F47949-2E58-00E1-23FB-E2818844EEE0}"/>
              </a:ext>
            </a:extLst>
          </p:cNvPr>
          <p:cNvSpPr/>
          <p:nvPr/>
        </p:nvSpPr>
        <p:spPr>
          <a:xfrm>
            <a:off x="9165702" y="4037097"/>
            <a:ext cx="2357505" cy="40310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5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egaku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BCAA4402-252B-EDB1-8510-E6A5FAAA2093}"/>
              </a:ext>
            </a:extLst>
          </p:cNvPr>
          <p:cNvSpPr/>
          <p:nvPr/>
        </p:nvSpPr>
        <p:spPr>
          <a:xfrm>
            <a:off x="890610" y="6590380"/>
            <a:ext cx="5239945" cy="4301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統合アプリ等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2C59AEE-D082-0267-1CA1-789452F299BD}"/>
              </a:ext>
            </a:extLst>
          </p:cNvPr>
          <p:cNvCxnSpPr>
            <a:cxnSpLocks/>
          </p:cNvCxnSpPr>
          <p:nvPr/>
        </p:nvCxnSpPr>
        <p:spPr>
          <a:xfrm flipV="1">
            <a:off x="2028652" y="4103951"/>
            <a:ext cx="0" cy="4615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B3D9EC9-EB25-1B2A-6172-31B53E52EF26}"/>
              </a:ext>
            </a:extLst>
          </p:cNvPr>
          <p:cNvCxnSpPr>
            <a:cxnSpLocks/>
          </p:cNvCxnSpPr>
          <p:nvPr/>
        </p:nvCxnSpPr>
        <p:spPr>
          <a:xfrm>
            <a:off x="4803601" y="4103951"/>
            <a:ext cx="0" cy="4615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E366B99-C875-BB6F-6A2A-39533F7D14EB}"/>
              </a:ext>
            </a:extLst>
          </p:cNvPr>
          <p:cNvSpPr/>
          <p:nvPr/>
        </p:nvSpPr>
        <p:spPr>
          <a:xfrm>
            <a:off x="8907639" y="1437999"/>
            <a:ext cx="960676" cy="2557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継続</a:t>
            </a:r>
            <a:endParaRPr kumimoji="1" lang="en-US" altLang="ja-JP" sz="13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482185F-45AF-C7E5-0E76-1ED57716A078}"/>
              </a:ext>
            </a:extLst>
          </p:cNvPr>
          <p:cNvSpPr/>
          <p:nvPr/>
        </p:nvSpPr>
        <p:spPr>
          <a:xfrm>
            <a:off x="7832039" y="1436920"/>
            <a:ext cx="960677" cy="2557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新規</a:t>
            </a:r>
            <a:endParaRPr kumimoji="1" lang="en-US" altLang="ja-JP" sz="130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08C8204-B3EE-47C8-7D24-2981D8435481}"/>
              </a:ext>
            </a:extLst>
          </p:cNvPr>
          <p:cNvSpPr/>
          <p:nvPr/>
        </p:nvSpPr>
        <p:spPr>
          <a:xfrm>
            <a:off x="10017459" y="1436920"/>
            <a:ext cx="960676" cy="25579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廃止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E407EB2-116B-ED3E-D31F-CB0D42EF70C5}"/>
              </a:ext>
            </a:extLst>
          </p:cNvPr>
          <p:cNvSpPr/>
          <p:nvPr/>
        </p:nvSpPr>
        <p:spPr>
          <a:xfrm>
            <a:off x="484157" y="800114"/>
            <a:ext cx="11773157" cy="6368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コンチ１：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ケアマネ</a:t>
            </a:r>
            <a:r>
              <a:rPr kumimoji="1" lang="en-US" altLang="ja-JP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(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アセス</a:t>
            </a:r>
            <a:r>
              <a:rPr kumimoji="1" lang="en-US" altLang="ja-JP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V4)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は</a:t>
            </a:r>
            <a:r>
              <a:rPr kumimoji="1" lang="en-US" altLang="ja-JP" sz="2173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CareBase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に移行、新分析システム＋見える化を新基盤に構築、</a:t>
            </a:r>
            <a:r>
              <a:rPr kumimoji="1" lang="en-US" altLang="ja-JP" sz="2173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Axist</a:t>
            </a:r>
            <a:r>
              <a:rPr kumimoji="1" lang="ja-JP" altLang="en-US" sz="2173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9CDCF9"/>
                </a:highlight>
                <a:uLnTx/>
                <a:uFillTx/>
                <a:latin typeface="BIZ UDPゴシック"/>
                <a:ea typeface="BIZ UDPゴシック"/>
                <a:cs typeface="+mn-cs"/>
              </a:rPr>
              <a:t>・記録は既存システムを継続利用）</a:t>
            </a:r>
            <a:endParaRPr kumimoji="1" lang="en-US" altLang="ja-JP" sz="2173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9CDCF9"/>
              </a:highlight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FC4D295C-72B6-A8BF-99AB-7DDD82BA5AC6}"/>
              </a:ext>
            </a:extLst>
          </p:cNvPr>
          <p:cNvSpPr/>
          <p:nvPr/>
        </p:nvSpPr>
        <p:spPr>
          <a:xfrm>
            <a:off x="6631041" y="2457796"/>
            <a:ext cx="1926344" cy="23963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新基盤</a:t>
            </a:r>
          </a:p>
        </p:txBody>
      </p:sp>
      <p:sp>
        <p:nvSpPr>
          <p:cNvPr id="579" name="テキスト ボックス 578">
            <a:extLst>
              <a:ext uri="{FF2B5EF4-FFF2-40B4-BE49-F238E27FC236}">
                <a16:creationId xmlns:a16="http://schemas.microsoft.com/office/drawing/2014/main" id="{A389DC69-3265-574C-5A09-F0AA7495AF1A}"/>
              </a:ext>
            </a:extLst>
          </p:cNvPr>
          <p:cNvSpPr txBox="1"/>
          <p:nvPr/>
        </p:nvSpPr>
        <p:spPr>
          <a:xfrm>
            <a:off x="11096149" y="1573136"/>
            <a:ext cx="1022778" cy="23916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</a:rPr>
              <a:t>データ連携</a:t>
            </a:r>
          </a:p>
        </p:txBody>
      </p:sp>
      <p:cxnSp>
        <p:nvCxnSpPr>
          <p:cNvPr id="582" name="直線矢印コネクタ 581">
            <a:extLst>
              <a:ext uri="{FF2B5EF4-FFF2-40B4-BE49-F238E27FC236}">
                <a16:creationId xmlns:a16="http://schemas.microsoft.com/office/drawing/2014/main" id="{C030E29B-842D-C4CF-3034-2BACC9CF7E8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130555" y="4549386"/>
            <a:ext cx="1537959" cy="2256084"/>
          </a:xfrm>
          <a:prstGeom prst="curvedConnector2">
            <a:avLst/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6" name="直線矢印コネクタ 585">
            <a:extLst>
              <a:ext uri="{FF2B5EF4-FFF2-40B4-BE49-F238E27FC236}">
                <a16:creationId xmlns:a16="http://schemas.microsoft.com/office/drawing/2014/main" id="{512F77FF-29AB-1985-5368-48B1413F6684}"/>
              </a:ext>
            </a:extLst>
          </p:cNvPr>
          <p:cNvCxnSpPr>
            <a:cxnSpLocks/>
          </p:cNvCxnSpPr>
          <p:nvPr/>
        </p:nvCxnSpPr>
        <p:spPr>
          <a:xfrm>
            <a:off x="11290819" y="1502346"/>
            <a:ext cx="69830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8490155-285E-59AF-4353-C0B15C2B4E9C}"/>
              </a:ext>
            </a:extLst>
          </p:cNvPr>
          <p:cNvSpPr/>
          <p:nvPr/>
        </p:nvSpPr>
        <p:spPr>
          <a:xfrm>
            <a:off x="9137746" y="5916509"/>
            <a:ext cx="2357505" cy="4031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介護記録システム</a:t>
            </a:r>
          </a:p>
        </p:txBody>
      </p:sp>
      <p:sp>
        <p:nvSpPr>
          <p:cNvPr id="36" name="タイトル 1">
            <a:extLst>
              <a:ext uri="{FF2B5EF4-FFF2-40B4-BE49-F238E27FC236}">
                <a16:creationId xmlns:a16="http://schemas.microsoft.com/office/drawing/2014/main" id="{1220AD52-2293-6ACC-4EC6-5E716CEE3EA9}"/>
              </a:ext>
            </a:extLst>
          </p:cNvPr>
          <p:cNvSpPr txBox="1">
            <a:spLocks/>
          </p:cNvSpPr>
          <p:nvPr/>
        </p:nvSpPr>
        <p:spPr bwMode="auto">
          <a:xfrm>
            <a:off x="741680" y="209708"/>
            <a:ext cx="10009276" cy="372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lang="ja-JP" altLang="en-US" sz="2800" b="1" i="0" kern="1200" baseline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38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5pPr>
            <a:lvl6pPr marL="624870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6pPr>
            <a:lvl7pPr marL="1249738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7pPr>
            <a:lvl8pPr marL="1874608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8pPr>
            <a:lvl9pPr marL="2499479" algn="l" rtl="0" eaLnBrk="1" fontAlgn="base" hangingPunct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ＭＳ Ｐゴシック" charset="-128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altLang="ja-JP" sz="24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ＭＳ Ｐゴシック" charset="-128"/>
              </a:rPr>
              <a:t>CareBase</a:t>
            </a:r>
            <a:r>
              <a:rPr lang="ja-JP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ＭＳ Ｐゴシック" charset="-128"/>
              </a:rPr>
              <a:t>移行：検討ポイント整理</a:t>
            </a:r>
            <a:endParaRPr lang="ja-JP" altLang="en-US" sz="2400"/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592B92E5-295E-2D1D-B407-1CB9736C7767}"/>
              </a:ext>
            </a:extLst>
          </p:cNvPr>
          <p:cNvSpPr/>
          <p:nvPr/>
        </p:nvSpPr>
        <p:spPr>
          <a:xfrm>
            <a:off x="672378" y="5081635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ケアマネ</a:t>
            </a: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5D093F7E-4654-DB78-2D6F-D31E1E2CAF97}"/>
              </a:ext>
            </a:extLst>
          </p:cNvPr>
          <p:cNvSpPr/>
          <p:nvPr/>
        </p:nvSpPr>
        <p:spPr>
          <a:xfrm>
            <a:off x="1843638" y="5081634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業務計画</a:t>
            </a:r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EABD0429-9215-6737-9581-EC4A6E1371E3}"/>
              </a:ext>
            </a:extLst>
          </p:cNvPr>
          <p:cNvSpPr/>
          <p:nvPr/>
        </p:nvSpPr>
        <p:spPr>
          <a:xfrm>
            <a:off x="3025136" y="5096345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kern="0" dirty="0"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記録</a:t>
            </a: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41" name="円柱 40">
            <a:extLst>
              <a:ext uri="{FF2B5EF4-FFF2-40B4-BE49-F238E27FC236}">
                <a16:creationId xmlns:a16="http://schemas.microsoft.com/office/drawing/2014/main" id="{07047D4A-0CF1-A83C-4701-11E9D8A5ADE9}"/>
              </a:ext>
            </a:extLst>
          </p:cNvPr>
          <p:cNvSpPr/>
          <p:nvPr/>
        </p:nvSpPr>
        <p:spPr>
          <a:xfrm>
            <a:off x="4212743" y="5081633"/>
            <a:ext cx="990510" cy="750205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請求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376BDF6-9F10-E5F7-FB26-9106AA484991}"/>
              </a:ext>
            </a:extLst>
          </p:cNvPr>
          <p:cNvSpPr/>
          <p:nvPr/>
        </p:nvSpPr>
        <p:spPr>
          <a:xfrm>
            <a:off x="729916" y="4701786"/>
            <a:ext cx="5239945" cy="15888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ほのぼの</a:t>
            </a:r>
            <a:r>
              <a:rPr kumimoji="1" lang="en-US" altLang="ja-JP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NEXT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(11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分割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DB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を直接更新）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28EC88E-0A58-0262-5479-52412C5E3013}"/>
              </a:ext>
            </a:extLst>
          </p:cNvPr>
          <p:cNvSpPr/>
          <p:nvPr/>
        </p:nvSpPr>
        <p:spPr>
          <a:xfrm>
            <a:off x="577516" y="4549386"/>
            <a:ext cx="5239945" cy="15888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ほのぼの</a:t>
            </a:r>
            <a:r>
              <a:rPr kumimoji="1" lang="en-US" altLang="ja-JP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NEXT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(11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分割</a:t>
            </a:r>
            <a:r>
              <a:rPr lang="en-US" altLang="ja-JP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DB</a:t>
            </a:r>
            <a:r>
              <a:rPr lang="ja-JP" altLang="en-US" sz="1956" dirty="0">
                <a:solidFill>
                  <a:srgbClr val="FF0000"/>
                </a:solidFill>
                <a:latin typeface="BIZ UDPゴシック"/>
                <a:ea typeface="BIZ UDPゴシック"/>
              </a:rPr>
              <a:t>を直接更新）</a:t>
            </a:r>
            <a:endParaRPr kumimoji="1" lang="ja-JP" altLang="en-US" sz="1956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4DD34BA-DEA5-426C-882D-EADFCAAD4A2E}"/>
              </a:ext>
            </a:extLst>
          </p:cNvPr>
          <p:cNvCxnSpPr>
            <a:cxnSpLocks/>
          </p:cNvCxnSpPr>
          <p:nvPr/>
        </p:nvCxnSpPr>
        <p:spPr>
          <a:xfrm>
            <a:off x="4908933" y="6138249"/>
            <a:ext cx="0" cy="44936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75A8A9F-4ED0-9139-0ABF-4436381B2754}"/>
              </a:ext>
            </a:extLst>
          </p:cNvPr>
          <p:cNvCxnSpPr>
            <a:cxnSpLocks/>
          </p:cNvCxnSpPr>
          <p:nvPr/>
        </p:nvCxnSpPr>
        <p:spPr>
          <a:xfrm flipV="1">
            <a:off x="2028652" y="6138249"/>
            <a:ext cx="0" cy="44936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矢印コネクタ 581">
            <a:extLst>
              <a:ext uri="{FF2B5EF4-FFF2-40B4-BE49-F238E27FC236}">
                <a16:creationId xmlns:a16="http://schemas.microsoft.com/office/drawing/2014/main" id="{5A1A2AE5-EB7E-C2A5-255C-71B92C4F13B3}"/>
              </a:ext>
            </a:extLst>
          </p:cNvPr>
          <p:cNvCxnSpPr>
            <a:cxnSpLocks/>
          </p:cNvCxnSpPr>
          <p:nvPr/>
        </p:nvCxnSpPr>
        <p:spPr>
          <a:xfrm flipV="1">
            <a:off x="5817461" y="4677491"/>
            <a:ext cx="1810021" cy="711967"/>
          </a:xfrm>
          <a:prstGeom prst="curvedConnector2">
            <a:avLst/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円柱 46">
            <a:extLst>
              <a:ext uri="{FF2B5EF4-FFF2-40B4-BE49-F238E27FC236}">
                <a16:creationId xmlns:a16="http://schemas.microsoft.com/office/drawing/2014/main" id="{8B455997-9A09-A499-DC83-0CCCF1876FEC}"/>
              </a:ext>
            </a:extLst>
          </p:cNvPr>
          <p:cNvSpPr/>
          <p:nvPr/>
        </p:nvSpPr>
        <p:spPr>
          <a:xfrm>
            <a:off x="922456" y="5192345"/>
            <a:ext cx="963266" cy="735683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ケアマネ</a:t>
            </a:r>
          </a:p>
        </p:txBody>
      </p:sp>
      <p:sp>
        <p:nvSpPr>
          <p:cNvPr id="50" name="円柱 49">
            <a:extLst>
              <a:ext uri="{FF2B5EF4-FFF2-40B4-BE49-F238E27FC236}">
                <a16:creationId xmlns:a16="http://schemas.microsoft.com/office/drawing/2014/main" id="{081747B8-66ED-8E06-DAD9-50B70A150166}"/>
              </a:ext>
            </a:extLst>
          </p:cNvPr>
          <p:cNvSpPr/>
          <p:nvPr/>
        </p:nvSpPr>
        <p:spPr>
          <a:xfrm>
            <a:off x="4474309" y="5180826"/>
            <a:ext cx="963266" cy="735683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kumimoji="0" lang="ja-JP" altLang="en-US" sz="1600" kern="0" dirty="0"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請求</a:t>
            </a:r>
            <a:endParaRPr kumimoji="0" lang="ja-JP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5336CA-9110-1AFA-F48F-06D7EFB2B316}"/>
              </a:ext>
            </a:extLst>
          </p:cNvPr>
          <p:cNvSpPr/>
          <p:nvPr/>
        </p:nvSpPr>
        <p:spPr>
          <a:xfrm>
            <a:off x="6900450" y="2970344"/>
            <a:ext cx="1454064" cy="16615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新分析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システム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956" dirty="0">
                <a:solidFill>
                  <a:prstClr val="black"/>
                </a:solidFill>
                <a:latin typeface="BIZ UDPゴシック"/>
                <a:ea typeface="BIZ UDPゴシック"/>
              </a:rPr>
              <a:t>＋</a:t>
            </a:r>
            <a:endParaRPr lang="en-US" altLang="ja-JP" sz="1956" dirty="0">
              <a:solidFill>
                <a:prstClr val="black"/>
              </a:solidFill>
              <a:latin typeface="BIZ UDPゴシック"/>
              <a:ea typeface="BIZ UDPゴシック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介護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0" marR="0" lvl="0" indent="0" algn="ctr" defTabSz="4967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5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見える化</a:t>
            </a:r>
            <a:endParaRPr kumimoji="1" lang="en-US" altLang="ja-JP" sz="1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cxnSp>
        <p:nvCxnSpPr>
          <p:cNvPr id="3" name="直線矢印コネクタ 581">
            <a:extLst>
              <a:ext uri="{FF2B5EF4-FFF2-40B4-BE49-F238E27FC236}">
                <a16:creationId xmlns:a16="http://schemas.microsoft.com/office/drawing/2014/main" id="{06F4A02F-E777-96B4-C309-B2A9E599FC20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16200000" flipH="1">
            <a:off x="10150855" y="5750864"/>
            <a:ext cx="303935" cy="27353"/>
          </a:xfrm>
          <a:prstGeom prst="curvedConnector3">
            <a:avLst>
              <a:gd name="adj1" fmla="val 50000"/>
            </a:avLst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581">
            <a:extLst>
              <a:ext uri="{FF2B5EF4-FFF2-40B4-BE49-F238E27FC236}">
                <a16:creationId xmlns:a16="http://schemas.microsoft.com/office/drawing/2014/main" id="{1D15F7EE-7266-B56E-EDE6-892BD15E5B4D}"/>
              </a:ext>
            </a:extLst>
          </p:cNvPr>
          <p:cNvCxnSpPr>
            <a:cxnSpLocks/>
            <a:stCxn id="16" idx="1"/>
            <a:endCxn id="2" idx="2"/>
          </p:cNvCxnSpPr>
          <p:nvPr/>
        </p:nvCxnSpPr>
        <p:spPr>
          <a:xfrm rot="10800000">
            <a:off x="7627482" y="4631850"/>
            <a:ext cx="1510264" cy="1486212"/>
          </a:xfrm>
          <a:prstGeom prst="curvedConnector2">
            <a:avLst/>
          </a:prstGeom>
          <a:ln w="57150"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線矢印コネクタ 581">
            <a:extLst>
              <a:ext uri="{FF2B5EF4-FFF2-40B4-BE49-F238E27FC236}">
                <a16:creationId xmlns:a16="http://schemas.microsoft.com/office/drawing/2014/main" id="{47286B7B-5B81-160D-7B7A-B3912B51784E}"/>
              </a:ext>
            </a:extLst>
          </p:cNvPr>
          <p:cNvCxnSpPr>
            <a:cxnSpLocks/>
            <a:stCxn id="47" idx="4"/>
            <a:endCxn id="14" idx="1"/>
          </p:cNvCxnSpPr>
          <p:nvPr/>
        </p:nvCxnSpPr>
        <p:spPr>
          <a:xfrm flipV="1">
            <a:off x="1885722" y="5411021"/>
            <a:ext cx="7224671" cy="149166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prstDash val="soli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02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8047AD4-6B47-35EF-E84B-5B9A9F1433B3}"/>
              </a:ext>
            </a:extLst>
          </p:cNvPr>
          <p:cNvSpPr/>
          <p:nvPr/>
        </p:nvSpPr>
        <p:spPr>
          <a:xfrm>
            <a:off x="6867756" y="175136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Care_record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42D36D9-EA64-8EEB-C819-45D8ACC3F0E5}"/>
              </a:ext>
            </a:extLst>
          </p:cNvPr>
          <p:cNvSpPr/>
          <p:nvPr/>
        </p:nvSpPr>
        <p:spPr>
          <a:xfrm>
            <a:off x="6867752" y="4635267"/>
            <a:ext cx="1335714" cy="3705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stay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CC8BF2C-6D78-C884-5FCA-1F30FF831B78}"/>
              </a:ext>
            </a:extLst>
          </p:cNvPr>
          <p:cNvSpPr/>
          <p:nvPr/>
        </p:nvSpPr>
        <p:spPr>
          <a:xfrm>
            <a:off x="6900693" y="3953121"/>
            <a:ext cx="1306244" cy="3965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Recipient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FF34D75-BCB0-5E9B-F7A9-2C3EEC8B82DF}"/>
              </a:ext>
            </a:extLst>
          </p:cNvPr>
          <p:cNvSpPr/>
          <p:nvPr/>
        </p:nvSpPr>
        <p:spPr>
          <a:xfrm>
            <a:off x="6897221" y="3263524"/>
            <a:ext cx="1306244" cy="3965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Facility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39149A5-A7AE-ADAE-3C64-42DBBEA3BDD8}"/>
              </a:ext>
            </a:extLst>
          </p:cNvPr>
          <p:cNvSpPr/>
          <p:nvPr/>
        </p:nvSpPr>
        <p:spPr>
          <a:xfrm>
            <a:off x="9225745" y="1871879"/>
            <a:ext cx="1303708" cy="2599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Taurus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2B7426A-5788-3B2F-829C-99739B98F55A}"/>
              </a:ext>
            </a:extLst>
          </p:cNvPr>
          <p:cNvSpPr txBox="1"/>
          <p:nvPr/>
        </p:nvSpPr>
        <p:spPr>
          <a:xfrm>
            <a:off x="9249989" y="2670255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アラート判定ブロック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6DA3BEE0-C416-BB99-AD9E-81E92DC97643}"/>
              </a:ext>
            </a:extLst>
          </p:cNvPr>
          <p:cNvSpPr/>
          <p:nvPr/>
        </p:nvSpPr>
        <p:spPr>
          <a:xfrm>
            <a:off x="9895157" y="215444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CmcStatus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6B7D0C1-33FF-645B-0520-B88ADF9B8D6F}"/>
              </a:ext>
            </a:extLst>
          </p:cNvPr>
          <p:cNvSpPr/>
          <p:nvPr/>
        </p:nvSpPr>
        <p:spPr>
          <a:xfrm>
            <a:off x="6833402" y="694985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Care_plan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BCD69CD4-0BF8-17CB-F6C0-DF2F39D3A96E}"/>
              </a:ext>
            </a:extLst>
          </p:cNvPr>
          <p:cNvSpPr/>
          <p:nvPr/>
        </p:nvSpPr>
        <p:spPr>
          <a:xfrm>
            <a:off x="6857670" y="1594041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Vital</a:t>
            </a: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4AE2212B-CEF9-6152-8775-92510BFBCCBF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8171464" y="367400"/>
            <a:ext cx="1054281" cy="1634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098CB5C-0B17-2447-6DEC-09391A06D445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>
            <a:off x="8137110" y="887249"/>
            <a:ext cx="1088635" cy="111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40CDB80-6EBA-5C4F-CE55-616033BD127E}"/>
              </a:ext>
            </a:extLst>
          </p:cNvPr>
          <p:cNvCxnSpPr>
            <a:cxnSpLocks/>
            <a:stCxn id="24" idx="3"/>
            <a:endCxn id="14" idx="1"/>
          </p:cNvCxnSpPr>
          <p:nvPr/>
        </p:nvCxnSpPr>
        <p:spPr>
          <a:xfrm>
            <a:off x="8161378" y="1786305"/>
            <a:ext cx="1064367" cy="215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321A168-7132-925E-0DBA-F9765D595C98}"/>
              </a:ext>
            </a:extLst>
          </p:cNvPr>
          <p:cNvCxnSpPr>
            <a:cxnSpLocks/>
            <a:stCxn id="14" idx="2"/>
            <a:endCxn id="115" idx="1"/>
          </p:cNvCxnSpPr>
          <p:nvPr/>
        </p:nvCxnSpPr>
        <p:spPr>
          <a:xfrm>
            <a:off x="9877599" y="2131851"/>
            <a:ext cx="162541" cy="348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5734343-FA14-9A34-1954-96A7DCF81DBB}"/>
              </a:ext>
            </a:extLst>
          </p:cNvPr>
          <p:cNvSpPr/>
          <p:nvPr/>
        </p:nvSpPr>
        <p:spPr>
          <a:xfrm>
            <a:off x="6859506" y="1174756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Accident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B3E0950-B6FD-047C-2F24-5F596A1D95A8}"/>
              </a:ext>
            </a:extLst>
          </p:cNvPr>
          <p:cNvCxnSpPr>
            <a:cxnSpLocks/>
            <a:stCxn id="137" idx="3"/>
            <a:endCxn id="7" idx="1"/>
          </p:cNvCxnSpPr>
          <p:nvPr/>
        </p:nvCxnSpPr>
        <p:spPr>
          <a:xfrm>
            <a:off x="1802107" y="3780893"/>
            <a:ext cx="5065645" cy="1039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94FB5C4B-FB74-42B9-3E30-1AFE4299D998}"/>
              </a:ext>
            </a:extLst>
          </p:cNvPr>
          <p:cNvCxnSpPr>
            <a:cxnSpLocks/>
            <a:stCxn id="137" idx="3"/>
            <a:endCxn id="12" idx="1"/>
          </p:cNvCxnSpPr>
          <p:nvPr/>
        </p:nvCxnSpPr>
        <p:spPr>
          <a:xfrm flipV="1">
            <a:off x="1802107" y="3461809"/>
            <a:ext cx="5095114" cy="31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B7005C95-6D0D-0854-A7FB-AC0FB63900DF}"/>
              </a:ext>
            </a:extLst>
          </p:cNvPr>
          <p:cNvCxnSpPr>
            <a:cxnSpLocks/>
            <a:stCxn id="137" idx="3"/>
            <a:endCxn id="11" idx="1"/>
          </p:cNvCxnSpPr>
          <p:nvPr/>
        </p:nvCxnSpPr>
        <p:spPr>
          <a:xfrm>
            <a:off x="1802107" y="3780893"/>
            <a:ext cx="5098586" cy="370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A16D8660-A4DB-D169-0E7B-1DE747E84BD2}"/>
              </a:ext>
            </a:extLst>
          </p:cNvPr>
          <p:cNvSpPr/>
          <p:nvPr/>
        </p:nvSpPr>
        <p:spPr>
          <a:xfrm>
            <a:off x="9975218" y="4661293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CmcSheet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0416C396-094D-18DD-4C09-934823F3CED0}"/>
              </a:ext>
            </a:extLst>
          </p:cNvPr>
          <p:cNvSpPr/>
          <p:nvPr/>
        </p:nvSpPr>
        <p:spPr>
          <a:xfrm>
            <a:off x="7140417" y="6475656"/>
            <a:ext cx="2361826" cy="80093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Assessment-v4</a:t>
            </a: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051D7DA3-0563-FB52-F7C6-80A48A704214}"/>
              </a:ext>
            </a:extLst>
          </p:cNvPr>
          <p:cNvCxnSpPr>
            <a:cxnSpLocks/>
            <a:stCxn id="51" idx="0"/>
            <a:endCxn id="46" idx="2"/>
          </p:cNvCxnSpPr>
          <p:nvPr/>
        </p:nvCxnSpPr>
        <p:spPr>
          <a:xfrm flipV="1">
            <a:off x="8321330" y="5158601"/>
            <a:ext cx="2550292" cy="1317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CF9D25BC-CDD9-2B4C-BA49-57F48A55533C}"/>
              </a:ext>
            </a:extLst>
          </p:cNvPr>
          <p:cNvCxnSpPr/>
          <p:nvPr/>
        </p:nvCxnSpPr>
        <p:spPr>
          <a:xfrm>
            <a:off x="5416715" y="81107"/>
            <a:ext cx="0" cy="71438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9EE7E666-624D-2A6A-4A76-0142EDB6BB09}"/>
              </a:ext>
            </a:extLst>
          </p:cNvPr>
          <p:cNvSpPr txBox="1"/>
          <p:nvPr/>
        </p:nvSpPr>
        <p:spPr>
          <a:xfrm>
            <a:off x="443140" y="-57472"/>
            <a:ext cx="4506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現行（</a:t>
            </a: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CMC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）</a:t>
            </a: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</a:t>
            </a:r>
            <a:endParaRPr lang="ja-JP" altLang="en-US" sz="36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8D6B156B-E0D4-015C-5A4F-D0300F150289}"/>
              </a:ext>
            </a:extLst>
          </p:cNvPr>
          <p:cNvCxnSpPr>
            <a:cxnSpLocks/>
            <a:stCxn id="112" idx="3"/>
            <a:endCxn id="5" idx="1"/>
          </p:cNvCxnSpPr>
          <p:nvPr/>
        </p:nvCxnSpPr>
        <p:spPr>
          <a:xfrm flipV="1">
            <a:off x="1802108" y="367400"/>
            <a:ext cx="5065648" cy="1271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DFAFF0AA-2FF3-C0DC-FED3-359E2E6CA4DD}"/>
              </a:ext>
            </a:extLst>
          </p:cNvPr>
          <p:cNvCxnSpPr>
            <a:cxnSpLocks/>
            <a:stCxn id="112" idx="3"/>
            <a:endCxn id="23" idx="1"/>
          </p:cNvCxnSpPr>
          <p:nvPr/>
        </p:nvCxnSpPr>
        <p:spPr>
          <a:xfrm flipV="1">
            <a:off x="1802108" y="887249"/>
            <a:ext cx="5031294" cy="751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098DF7C5-5A73-5354-C1D4-ABEF08D63F73}"/>
              </a:ext>
            </a:extLst>
          </p:cNvPr>
          <p:cNvCxnSpPr>
            <a:cxnSpLocks/>
            <a:stCxn id="112" idx="3"/>
            <a:endCxn id="24" idx="1"/>
          </p:cNvCxnSpPr>
          <p:nvPr/>
        </p:nvCxnSpPr>
        <p:spPr>
          <a:xfrm>
            <a:off x="1802108" y="1638516"/>
            <a:ext cx="5055562" cy="147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6DA3D322-D790-21C7-4E52-62D7BBE1A6D1}"/>
              </a:ext>
            </a:extLst>
          </p:cNvPr>
          <p:cNvCxnSpPr>
            <a:cxnSpLocks/>
            <a:stCxn id="112" idx="3"/>
            <a:endCxn id="37" idx="1"/>
          </p:cNvCxnSpPr>
          <p:nvPr/>
        </p:nvCxnSpPr>
        <p:spPr>
          <a:xfrm flipV="1">
            <a:off x="1802108" y="1367020"/>
            <a:ext cx="5057398" cy="271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0E5A0D40-3356-50F5-73F6-97FB27E8A973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63214" y="1367020"/>
            <a:ext cx="1062531" cy="634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F5004E51-303C-C6ED-6D14-56D6F1E54661}"/>
              </a:ext>
            </a:extLst>
          </p:cNvPr>
          <p:cNvCxnSpPr>
            <a:cxnSpLocks/>
            <a:stCxn id="12" idx="3"/>
            <a:endCxn id="102" idx="1"/>
          </p:cNvCxnSpPr>
          <p:nvPr/>
        </p:nvCxnSpPr>
        <p:spPr>
          <a:xfrm flipV="1">
            <a:off x="8203465" y="3386376"/>
            <a:ext cx="1836675" cy="75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D1A1CEFE-6F60-9887-FBBC-EFF2B92EBD1E}"/>
              </a:ext>
            </a:extLst>
          </p:cNvPr>
          <p:cNvCxnSpPr>
            <a:cxnSpLocks/>
            <a:stCxn id="11" idx="3"/>
            <a:endCxn id="104" idx="1"/>
          </p:cNvCxnSpPr>
          <p:nvPr/>
        </p:nvCxnSpPr>
        <p:spPr>
          <a:xfrm flipV="1">
            <a:off x="8206937" y="4030718"/>
            <a:ext cx="1833203" cy="120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8A55EF2-B513-0D91-C40B-25EEBB67C881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8171464" y="367400"/>
            <a:ext cx="1723693" cy="34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CBB797F-4559-25BE-DF50-940BD428CEDB}"/>
              </a:ext>
            </a:extLst>
          </p:cNvPr>
          <p:cNvCxnSpPr>
            <a:cxnSpLocks/>
            <a:stCxn id="23" idx="3"/>
            <a:endCxn id="22" idx="1"/>
          </p:cNvCxnSpPr>
          <p:nvPr/>
        </p:nvCxnSpPr>
        <p:spPr>
          <a:xfrm flipV="1">
            <a:off x="8137110" y="402152"/>
            <a:ext cx="1758047" cy="48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Picture 15" descr="PE01729_">
            <a:extLst>
              <a:ext uri="{FF2B5EF4-FFF2-40B4-BE49-F238E27FC236}">
                <a16:creationId xmlns:a16="http://schemas.microsoft.com/office/drawing/2014/main" id="{944BD375-70BF-D5A0-70EF-9F265FB32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92" y="725881"/>
            <a:ext cx="898422" cy="951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170EDA80-D0EA-C053-6735-440A3C4B2CC4}"/>
              </a:ext>
            </a:extLst>
          </p:cNvPr>
          <p:cNvSpPr/>
          <p:nvPr/>
        </p:nvSpPr>
        <p:spPr>
          <a:xfrm>
            <a:off x="10040140" y="3199668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施設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8ECF956A-FE95-3439-330C-B0AAE9B1A84A}"/>
              </a:ext>
            </a:extLst>
          </p:cNvPr>
          <p:cNvSpPr/>
          <p:nvPr/>
        </p:nvSpPr>
        <p:spPr>
          <a:xfrm>
            <a:off x="10040140" y="3844010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入居者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6863C29A-2CEB-379F-64C2-B588471F3D07}"/>
              </a:ext>
            </a:extLst>
          </p:cNvPr>
          <p:cNvSpPr txBox="1"/>
          <p:nvPr/>
        </p:nvSpPr>
        <p:spPr>
          <a:xfrm>
            <a:off x="246684" y="788336"/>
            <a:ext cx="1555424" cy="170036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4" name="TextBox 31">
            <a:extLst>
              <a:ext uri="{FF2B5EF4-FFF2-40B4-BE49-F238E27FC236}">
                <a16:creationId xmlns:a16="http://schemas.microsoft.com/office/drawing/2014/main" id="{2FB3261B-1B17-D6C1-7CE0-1133C5FBF6C0}"/>
              </a:ext>
            </a:extLst>
          </p:cNvPr>
          <p:cNvSpPr txBox="1"/>
          <p:nvPr/>
        </p:nvSpPr>
        <p:spPr>
          <a:xfrm>
            <a:off x="652186" y="540619"/>
            <a:ext cx="1887055" cy="69429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（くすりの窓口）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6" name="グラフィックス 115" descr="データベース 単色塗りつぶし">
            <a:extLst>
              <a:ext uri="{FF2B5EF4-FFF2-40B4-BE49-F238E27FC236}">
                <a16:creationId xmlns:a16="http://schemas.microsoft.com/office/drawing/2014/main" id="{3FF58A64-287D-FFB9-98A8-601EBE3CA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148" y="1172461"/>
            <a:ext cx="993563" cy="993563"/>
          </a:xfrm>
          <a:prstGeom prst="rect">
            <a:avLst/>
          </a:prstGeom>
        </p:spPr>
      </p:pic>
      <p:sp>
        <p:nvSpPr>
          <p:cNvPr id="117" name="TextBox 31">
            <a:extLst>
              <a:ext uri="{FF2B5EF4-FFF2-40B4-BE49-F238E27FC236}">
                <a16:creationId xmlns:a16="http://schemas.microsoft.com/office/drawing/2014/main" id="{94C7C392-7B9F-3320-00F4-3087AB7A2ACF}"/>
              </a:ext>
            </a:extLst>
          </p:cNvPr>
          <p:cNvSpPr txBox="1"/>
          <p:nvPr/>
        </p:nvSpPr>
        <p:spPr>
          <a:xfrm>
            <a:off x="484285" y="2069177"/>
            <a:ext cx="1184940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介護記録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3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E38D18D4-866F-CCBC-0CAB-33EA95FBC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75" y="600297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86C17E53-A344-A32D-62E6-F9E35F54394B}"/>
              </a:ext>
            </a:extLst>
          </p:cNvPr>
          <p:cNvSpPr txBox="1"/>
          <p:nvPr/>
        </p:nvSpPr>
        <p:spPr>
          <a:xfrm>
            <a:off x="2906605" y="850009"/>
            <a:ext cx="1555424" cy="367283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3" name="TextBox 31">
            <a:extLst>
              <a:ext uri="{FF2B5EF4-FFF2-40B4-BE49-F238E27FC236}">
                <a16:creationId xmlns:a16="http://schemas.microsoft.com/office/drawing/2014/main" id="{1287C0A3-78F8-DF42-1684-C00A7B498101}"/>
              </a:ext>
            </a:extLst>
          </p:cNvPr>
          <p:cNvSpPr txBox="1"/>
          <p:nvPr/>
        </p:nvSpPr>
        <p:spPr>
          <a:xfrm>
            <a:off x="3559509" y="591833"/>
            <a:ext cx="901209" cy="69429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Agent</a:t>
            </a:r>
          </a:p>
        </p:txBody>
      </p:sp>
      <p:pic>
        <p:nvPicPr>
          <p:cNvPr id="124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C6044944-28F0-DEF2-21E9-6BAA9383A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596" y="661970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31">
            <a:extLst>
              <a:ext uri="{FF2B5EF4-FFF2-40B4-BE49-F238E27FC236}">
                <a16:creationId xmlns:a16="http://schemas.microsoft.com/office/drawing/2014/main" id="{4E662F1E-CBF7-DF18-183C-111D8D7EFEF7}"/>
              </a:ext>
            </a:extLst>
          </p:cNvPr>
          <p:cNvSpPr txBox="1"/>
          <p:nvPr/>
        </p:nvSpPr>
        <p:spPr>
          <a:xfrm>
            <a:off x="3017571" y="2475478"/>
            <a:ext cx="1513556" cy="69429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中継サーバー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(Linux</a:t>
            </a: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DEA04AAE-559B-734B-9854-E9A3D48A61F8}"/>
              </a:ext>
            </a:extLst>
          </p:cNvPr>
          <p:cNvSpPr/>
          <p:nvPr/>
        </p:nvSpPr>
        <p:spPr>
          <a:xfrm>
            <a:off x="5808717" y="115418"/>
            <a:ext cx="698504" cy="50381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ja-JP" dirty="0"/>
              <a:t>Data Connection</a:t>
            </a:r>
            <a:endParaRPr kumimoji="1" lang="ja-JP" altLang="en-US" dirty="0"/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229E6EFD-2DDD-B24A-80C1-C6B38D4ECA43}"/>
              </a:ext>
            </a:extLst>
          </p:cNvPr>
          <p:cNvSpPr txBox="1"/>
          <p:nvPr/>
        </p:nvSpPr>
        <p:spPr>
          <a:xfrm>
            <a:off x="2984201" y="3725862"/>
            <a:ext cx="1624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データをマウント</a:t>
            </a:r>
            <a:endParaRPr kumimoji="1" lang="ja-JP" altLang="en-US" sz="1600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83B729D-DC52-7D81-26C4-06832089A703}"/>
              </a:ext>
            </a:extLst>
          </p:cNvPr>
          <p:cNvSpPr txBox="1"/>
          <p:nvPr/>
        </p:nvSpPr>
        <p:spPr>
          <a:xfrm>
            <a:off x="2035133" y="180374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IIJ</a:t>
            </a:r>
            <a:r>
              <a:rPr kumimoji="1" lang="ja-JP" altLang="en-US" sz="1400" dirty="0"/>
              <a:t>経由</a:t>
            </a:r>
          </a:p>
        </p:txBody>
      </p:sp>
      <p:sp>
        <p:nvSpPr>
          <p:cNvPr id="133" name="四角形: 角を丸くする 132">
            <a:extLst>
              <a:ext uri="{FF2B5EF4-FFF2-40B4-BE49-F238E27FC236}">
                <a16:creationId xmlns:a16="http://schemas.microsoft.com/office/drawing/2014/main" id="{0039A19E-5635-27E4-CBC8-58E1C3F1116C}"/>
              </a:ext>
            </a:extLst>
          </p:cNvPr>
          <p:cNvSpPr/>
          <p:nvPr/>
        </p:nvSpPr>
        <p:spPr>
          <a:xfrm>
            <a:off x="12043192" y="1881167"/>
            <a:ext cx="1459736" cy="6075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CMC</a:t>
            </a:r>
            <a:endParaRPr kumimoji="1" lang="ja-JP" altLang="en-US" sz="2000" dirty="0"/>
          </a:p>
        </p:txBody>
      </p:sp>
      <p:sp>
        <p:nvSpPr>
          <p:cNvPr id="134" name="四角形: 角を丸くする 133">
            <a:extLst>
              <a:ext uri="{FF2B5EF4-FFF2-40B4-BE49-F238E27FC236}">
                <a16:creationId xmlns:a16="http://schemas.microsoft.com/office/drawing/2014/main" id="{82A4003F-261B-F7FE-B407-DA59359EF1FC}"/>
              </a:ext>
            </a:extLst>
          </p:cNvPr>
          <p:cNvSpPr/>
          <p:nvPr/>
        </p:nvSpPr>
        <p:spPr>
          <a:xfrm>
            <a:off x="12080867" y="4532771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情報収集シート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1E442185-2A7C-1F39-7BA3-AC84D0B64799}"/>
              </a:ext>
            </a:extLst>
          </p:cNvPr>
          <p:cNvSpPr txBox="1"/>
          <p:nvPr/>
        </p:nvSpPr>
        <p:spPr>
          <a:xfrm>
            <a:off x="3826608" y="6896733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AWS</a:t>
            </a:r>
            <a:endParaRPr kumimoji="1" lang="ja-JP" altLang="en-US" sz="2400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948DA3FA-65F7-7E24-3061-93C65EFAEFAC}"/>
              </a:ext>
            </a:extLst>
          </p:cNvPr>
          <p:cNvSpPr txBox="1"/>
          <p:nvPr/>
        </p:nvSpPr>
        <p:spPr>
          <a:xfrm>
            <a:off x="5544848" y="6871113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Foundry</a:t>
            </a: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A1AB61EC-F9E3-0E43-F87E-395D8E0317E9}"/>
              </a:ext>
            </a:extLst>
          </p:cNvPr>
          <p:cNvSpPr txBox="1"/>
          <p:nvPr/>
        </p:nvSpPr>
        <p:spPr>
          <a:xfrm>
            <a:off x="235391" y="2837386"/>
            <a:ext cx="1566716" cy="188701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8" name="グラフィックス 137" descr="データベース 枠線">
            <a:extLst>
              <a:ext uri="{FF2B5EF4-FFF2-40B4-BE49-F238E27FC236}">
                <a16:creationId xmlns:a16="http://schemas.microsoft.com/office/drawing/2014/main" id="{0B9FB4D6-E9DB-20DC-BDA7-22D51E7E22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27833" y="1522956"/>
            <a:ext cx="764340" cy="764340"/>
          </a:xfrm>
          <a:prstGeom prst="rect">
            <a:avLst/>
          </a:prstGeom>
        </p:spPr>
      </p:pic>
      <p:sp>
        <p:nvSpPr>
          <p:cNvPr id="139" name="TextBox 31">
            <a:extLst>
              <a:ext uri="{FF2B5EF4-FFF2-40B4-BE49-F238E27FC236}">
                <a16:creationId xmlns:a16="http://schemas.microsoft.com/office/drawing/2014/main" id="{99269440-FF6F-A360-86F4-1E9CF332A1EF}"/>
              </a:ext>
            </a:extLst>
          </p:cNvPr>
          <p:cNvSpPr txBox="1"/>
          <p:nvPr/>
        </p:nvSpPr>
        <p:spPr>
          <a:xfrm>
            <a:off x="658950" y="4241954"/>
            <a:ext cx="976549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PF</a:t>
            </a:r>
          </a:p>
        </p:txBody>
      </p:sp>
      <p:pic>
        <p:nvPicPr>
          <p:cNvPr id="140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0C2F4D12-2427-7A38-21DB-495CD71D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" y="2961920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Box 31">
            <a:extLst>
              <a:ext uri="{FF2B5EF4-FFF2-40B4-BE49-F238E27FC236}">
                <a16:creationId xmlns:a16="http://schemas.microsoft.com/office/drawing/2014/main" id="{19041CC5-4264-1B89-2D97-B2821F924C61}"/>
              </a:ext>
            </a:extLst>
          </p:cNvPr>
          <p:cNvSpPr txBox="1"/>
          <p:nvPr/>
        </p:nvSpPr>
        <p:spPr>
          <a:xfrm>
            <a:off x="861726" y="3006846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pic>
        <p:nvPicPr>
          <p:cNvPr id="125" name="グラフィックス 124" descr="データベース 単色塗りつぶし">
            <a:extLst>
              <a:ext uri="{FF2B5EF4-FFF2-40B4-BE49-F238E27FC236}">
                <a16:creationId xmlns:a16="http://schemas.microsoft.com/office/drawing/2014/main" id="{93E64203-B058-C13F-9AE2-A2799937D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512" y="3320550"/>
            <a:ext cx="993563" cy="993563"/>
          </a:xfrm>
          <a:prstGeom prst="rect">
            <a:avLst/>
          </a:prstGeom>
        </p:spPr>
      </p:pic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74A18530-67BB-A343-F868-D67624226512}"/>
              </a:ext>
            </a:extLst>
          </p:cNvPr>
          <p:cNvSpPr txBox="1"/>
          <p:nvPr/>
        </p:nvSpPr>
        <p:spPr>
          <a:xfrm>
            <a:off x="12114567" y="2591343"/>
            <a:ext cx="160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アセス画面へ</a:t>
            </a:r>
            <a:r>
              <a:rPr kumimoji="1" lang="en-US" altLang="ja-JP" sz="1400" b="1" dirty="0"/>
              <a:t>jump</a:t>
            </a:r>
            <a:endParaRPr kumimoji="1" lang="ja-JP" altLang="en-US" sz="1400" b="1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EB7A42A0-1CA1-50B6-7C87-CB50A0158CC1}"/>
              </a:ext>
            </a:extLst>
          </p:cNvPr>
          <p:cNvSpPr txBox="1"/>
          <p:nvPr/>
        </p:nvSpPr>
        <p:spPr>
          <a:xfrm>
            <a:off x="307819" y="5382628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9A0D6E37-997A-EF86-27C1-509E83F80103}"/>
              </a:ext>
            </a:extLst>
          </p:cNvPr>
          <p:cNvSpPr txBox="1"/>
          <p:nvPr/>
        </p:nvSpPr>
        <p:spPr>
          <a:xfrm>
            <a:off x="451716" y="6236650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ほのぼの</a:t>
            </a:r>
          </a:p>
        </p:txBody>
      </p:sp>
      <p:pic>
        <p:nvPicPr>
          <p:cNvPr id="163" name="グラフィックス 162" descr="データベース 枠線">
            <a:extLst>
              <a:ext uri="{FF2B5EF4-FFF2-40B4-BE49-F238E27FC236}">
                <a16:creationId xmlns:a16="http://schemas.microsoft.com/office/drawing/2014/main" id="{5DCA7FFC-42FC-CD03-43D8-1C6B622235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545" y="5598258"/>
            <a:ext cx="764340" cy="764340"/>
          </a:xfrm>
          <a:prstGeom prst="rect">
            <a:avLst/>
          </a:prstGeom>
        </p:spPr>
      </p:pic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1E78DE13-1F10-D625-FDB5-CB93C90471FB}"/>
              </a:ext>
            </a:extLst>
          </p:cNvPr>
          <p:cNvSpPr txBox="1"/>
          <p:nvPr/>
        </p:nvSpPr>
        <p:spPr>
          <a:xfrm>
            <a:off x="469428" y="5375139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D673D2B2-6C83-484B-7CF8-FD92C5C6E692}"/>
              </a:ext>
            </a:extLst>
          </p:cNvPr>
          <p:cNvSpPr txBox="1"/>
          <p:nvPr/>
        </p:nvSpPr>
        <p:spPr>
          <a:xfrm>
            <a:off x="325525" y="6792718"/>
            <a:ext cx="1309974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ND</a:t>
            </a: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の管理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3BAF3316-463A-5A1D-F81F-E7592236C5AD}"/>
              </a:ext>
            </a:extLst>
          </p:cNvPr>
          <p:cNvSpPr txBox="1"/>
          <p:nvPr/>
        </p:nvSpPr>
        <p:spPr>
          <a:xfrm>
            <a:off x="1761099" y="6792717"/>
            <a:ext cx="2291012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Sales Force</a:t>
            </a: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の管理</a:t>
            </a:r>
          </a:p>
        </p:txBody>
      </p:sp>
      <p:pic>
        <p:nvPicPr>
          <p:cNvPr id="168" name="Picture 69">
            <a:extLst>
              <a:ext uri="{FF2B5EF4-FFF2-40B4-BE49-F238E27FC236}">
                <a16:creationId xmlns:a16="http://schemas.microsoft.com/office/drawing/2014/main" id="{A148BF2F-1A74-A278-2572-339C780CE1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2244" y="3404252"/>
            <a:ext cx="974055" cy="2446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F7C8FD6F-CEA1-EFD9-3536-192590858D3A}"/>
              </a:ext>
            </a:extLst>
          </p:cNvPr>
          <p:cNvSpPr txBox="1"/>
          <p:nvPr/>
        </p:nvSpPr>
        <p:spPr>
          <a:xfrm>
            <a:off x="9393262" y="5266793"/>
            <a:ext cx="29065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＜アセスの入力データを使用＞</a:t>
            </a:r>
            <a:endParaRPr lang="en-US" altLang="ja-JP" sz="1600" dirty="0"/>
          </a:p>
          <a:p>
            <a:r>
              <a:rPr lang="ja-JP" altLang="en-US" sz="1600" dirty="0"/>
              <a:t>・身長</a:t>
            </a:r>
            <a:endParaRPr lang="en-US" altLang="ja-JP" sz="1600" dirty="0"/>
          </a:p>
          <a:p>
            <a:r>
              <a:rPr kumimoji="1" lang="ja-JP" altLang="en-US" sz="1600" dirty="0"/>
              <a:t>・褥瘡処置有無</a:t>
            </a:r>
            <a:endParaRPr kumimoji="1" lang="en-US" altLang="ja-JP" sz="1600" dirty="0"/>
          </a:p>
          <a:p>
            <a:r>
              <a:rPr kumimoji="1" lang="ja-JP" altLang="en-US" sz="1600" dirty="0"/>
              <a:t>・経管栄養有無</a:t>
            </a:r>
            <a:endParaRPr kumimoji="1" lang="en-US" altLang="ja-JP" sz="1600" dirty="0"/>
          </a:p>
          <a:p>
            <a:r>
              <a:rPr lang="ja-JP" altLang="en-US" sz="1600" dirty="0"/>
              <a:t>・自立支援情報</a:t>
            </a:r>
            <a:endParaRPr kumimoji="1" lang="ja-JP" altLang="en-US" sz="1600" dirty="0"/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57DC955A-7B72-E60A-2B5A-168D096564F2}"/>
              </a:ext>
            </a:extLst>
          </p:cNvPr>
          <p:cNvSpPr txBox="1"/>
          <p:nvPr/>
        </p:nvSpPr>
        <p:spPr>
          <a:xfrm>
            <a:off x="7148015" y="5832931"/>
            <a:ext cx="2390398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最新アセス情報</a:t>
            </a:r>
            <a:endParaRPr kumimoji="1" lang="ja-JP" altLang="en-US" dirty="0"/>
          </a:p>
        </p:txBody>
      </p:sp>
      <p:sp>
        <p:nvSpPr>
          <p:cNvPr id="171" name="テキスト ボックス 170">
            <a:extLst>
              <a:ext uri="{FF2B5EF4-FFF2-40B4-BE49-F238E27FC236}">
                <a16:creationId xmlns:a16="http://schemas.microsoft.com/office/drawing/2014/main" id="{F3FDB1AF-410D-0EEF-F89B-9549FDF446E3}"/>
              </a:ext>
            </a:extLst>
          </p:cNvPr>
          <p:cNvSpPr txBox="1"/>
          <p:nvPr/>
        </p:nvSpPr>
        <p:spPr>
          <a:xfrm>
            <a:off x="6823246" y="2028324"/>
            <a:ext cx="1519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Vital</a:t>
            </a:r>
            <a:r>
              <a:rPr kumimoji="1" lang="ja-JP" altLang="en-US" sz="1600" dirty="0"/>
              <a:t>以外</a:t>
            </a:r>
            <a:r>
              <a:rPr kumimoji="1" lang="en-US" altLang="ja-JP" sz="1600" dirty="0"/>
              <a:t>6</a:t>
            </a:r>
            <a:r>
              <a:rPr kumimoji="1" lang="ja-JP" altLang="en-US" sz="1600" dirty="0"/>
              <a:t>か月</a:t>
            </a:r>
            <a:endParaRPr kumimoji="1" lang="en-US" altLang="ja-JP" sz="1600" dirty="0"/>
          </a:p>
          <a:p>
            <a:r>
              <a:rPr lang="en-US" altLang="ja-JP" sz="1600" dirty="0"/>
              <a:t>Vital</a:t>
            </a:r>
            <a:r>
              <a:rPr lang="ja-JP" altLang="en-US" sz="1600" dirty="0"/>
              <a:t>のみ</a:t>
            </a:r>
            <a:r>
              <a:rPr lang="en-US" altLang="ja-JP" sz="1600" dirty="0"/>
              <a:t>7</a:t>
            </a:r>
            <a:r>
              <a:rPr lang="ja-JP" altLang="en-US" sz="1600" dirty="0"/>
              <a:t>か月</a:t>
            </a:r>
            <a:endParaRPr kumimoji="1" lang="ja-JP" altLang="en-US" sz="1600" dirty="0"/>
          </a:p>
        </p:txBody>
      </p: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3BFFEBDF-2376-BEE8-848A-7A76EA311EBD}"/>
              </a:ext>
            </a:extLst>
          </p:cNvPr>
          <p:cNvCxnSpPr>
            <a:cxnSpLocks/>
            <a:stCxn id="24" idx="3"/>
            <a:endCxn id="46" idx="1"/>
          </p:cNvCxnSpPr>
          <p:nvPr/>
        </p:nvCxnSpPr>
        <p:spPr>
          <a:xfrm>
            <a:off x="8161378" y="1786305"/>
            <a:ext cx="1813840" cy="3123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DB0EE242-9A0E-2BDA-6BF7-3BD38E3564D3}"/>
              </a:ext>
            </a:extLst>
          </p:cNvPr>
          <p:cNvCxnSpPr>
            <a:stCxn id="161" idx="0"/>
            <a:endCxn id="137" idx="2"/>
          </p:cNvCxnSpPr>
          <p:nvPr/>
        </p:nvCxnSpPr>
        <p:spPr>
          <a:xfrm flipV="1">
            <a:off x="963982" y="4724399"/>
            <a:ext cx="54767" cy="658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E7E69AD3-ABC8-4980-513D-3D2280911718}"/>
              </a:ext>
            </a:extLst>
          </p:cNvPr>
          <p:cNvCxnSpPr>
            <a:cxnSpLocks/>
            <a:endCxn id="137" idx="2"/>
          </p:cNvCxnSpPr>
          <p:nvPr/>
        </p:nvCxnSpPr>
        <p:spPr>
          <a:xfrm flipH="1" flipV="1">
            <a:off x="1018749" y="4724399"/>
            <a:ext cx="1677572" cy="667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739A64-70FA-0687-4E42-CFF0AD3FAB31}"/>
              </a:ext>
            </a:extLst>
          </p:cNvPr>
          <p:cNvSpPr txBox="1"/>
          <p:nvPr/>
        </p:nvSpPr>
        <p:spPr>
          <a:xfrm>
            <a:off x="2115641" y="5401601"/>
            <a:ext cx="124906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外部</a:t>
            </a:r>
            <a:r>
              <a:rPr lang="en-US" altLang="ja-JP" sz="1956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Saas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6" name="雲 5">
            <a:extLst>
              <a:ext uri="{FF2B5EF4-FFF2-40B4-BE49-F238E27FC236}">
                <a16:creationId xmlns:a16="http://schemas.microsoft.com/office/drawing/2014/main" id="{5D813072-903A-FA58-225D-04A64EC3E558}"/>
              </a:ext>
            </a:extLst>
          </p:cNvPr>
          <p:cNvSpPr/>
          <p:nvPr/>
        </p:nvSpPr>
        <p:spPr>
          <a:xfrm>
            <a:off x="2054467" y="5892196"/>
            <a:ext cx="1394366" cy="663849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SFA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4208279A-E8E6-D7E5-416C-24D3CE35AECB}"/>
              </a:ext>
            </a:extLst>
          </p:cNvPr>
          <p:cNvSpPr/>
          <p:nvPr/>
        </p:nvSpPr>
        <p:spPr>
          <a:xfrm>
            <a:off x="9908981" y="760084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RDP-Incident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11C222E-FF7F-878F-A962-06E18DB1727B}"/>
              </a:ext>
            </a:extLst>
          </p:cNvPr>
          <p:cNvSpPr/>
          <p:nvPr/>
        </p:nvSpPr>
        <p:spPr>
          <a:xfrm>
            <a:off x="9931863" y="1320207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RDP-Vital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2880FB56-BD7D-654F-CAF9-2BB16D20751E}"/>
              </a:ext>
            </a:extLst>
          </p:cNvPr>
          <p:cNvCxnSpPr>
            <a:cxnSpLocks/>
            <a:stCxn id="37" idx="3"/>
            <a:endCxn id="17" idx="1"/>
          </p:cNvCxnSpPr>
          <p:nvPr/>
        </p:nvCxnSpPr>
        <p:spPr>
          <a:xfrm flipV="1">
            <a:off x="8163214" y="946792"/>
            <a:ext cx="1745767" cy="420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964F848E-284D-7C1A-36E4-2F496DEF0FE3}"/>
              </a:ext>
            </a:extLst>
          </p:cNvPr>
          <p:cNvCxnSpPr>
            <a:cxnSpLocks/>
            <a:stCxn id="24" idx="3"/>
            <a:endCxn id="19" idx="1"/>
          </p:cNvCxnSpPr>
          <p:nvPr/>
        </p:nvCxnSpPr>
        <p:spPr>
          <a:xfrm flipV="1">
            <a:off x="8161378" y="1506915"/>
            <a:ext cx="1770485" cy="279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8431AC42-D019-4B5C-B88E-5BEAA1EDA212}"/>
              </a:ext>
            </a:extLst>
          </p:cNvPr>
          <p:cNvCxnSpPr>
            <a:stCxn id="22" idx="3"/>
            <a:endCxn id="133" idx="1"/>
          </p:cNvCxnSpPr>
          <p:nvPr/>
        </p:nvCxnSpPr>
        <p:spPr>
          <a:xfrm>
            <a:off x="11627555" y="402152"/>
            <a:ext cx="415637" cy="1782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65611C72-B0EA-5A9B-08E3-6C4DADCBE6F2}"/>
              </a:ext>
            </a:extLst>
          </p:cNvPr>
          <p:cNvCxnSpPr>
            <a:stCxn id="17" idx="3"/>
            <a:endCxn id="133" idx="1"/>
          </p:cNvCxnSpPr>
          <p:nvPr/>
        </p:nvCxnSpPr>
        <p:spPr>
          <a:xfrm>
            <a:off x="11641379" y="946792"/>
            <a:ext cx="401813" cy="1238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62F684D7-59AD-9CA7-5429-BDF01072FE80}"/>
              </a:ext>
            </a:extLst>
          </p:cNvPr>
          <p:cNvCxnSpPr>
            <a:stCxn id="19" idx="3"/>
            <a:endCxn id="133" idx="1"/>
          </p:cNvCxnSpPr>
          <p:nvPr/>
        </p:nvCxnSpPr>
        <p:spPr>
          <a:xfrm>
            <a:off x="11664261" y="1506915"/>
            <a:ext cx="378931" cy="678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CED756D8-1CEE-AA00-9273-FA04A23DB38C}"/>
              </a:ext>
            </a:extLst>
          </p:cNvPr>
          <p:cNvCxnSpPr>
            <a:cxnSpLocks/>
            <a:stCxn id="102" idx="3"/>
            <a:endCxn id="133" idx="1"/>
          </p:cNvCxnSpPr>
          <p:nvPr/>
        </p:nvCxnSpPr>
        <p:spPr>
          <a:xfrm flipV="1">
            <a:off x="11772538" y="2184932"/>
            <a:ext cx="270654" cy="1201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BC2A3051-98A1-3B80-AA4F-476641F42E95}"/>
              </a:ext>
            </a:extLst>
          </p:cNvPr>
          <p:cNvCxnSpPr>
            <a:stCxn id="104" idx="3"/>
            <a:endCxn id="133" idx="1"/>
          </p:cNvCxnSpPr>
          <p:nvPr/>
        </p:nvCxnSpPr>
        <p:spPr>
          <a:xfrm flipV="1">
            <a:off x="11772538" y="2184932"/>
            <a:ext cx="270654" cy="1845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70160AEA-B8BC-0FF4-5137-0712804C8BBA}"/>
              </a:ext>
            </a:extLst>
          </p:cNvPr>
          <p:cNvSpPr txBox="1"/>
          <p:nvPr/>
        </p:nvSpPr>
        <p:spPr>
          <a:xfrm>
            <a:off x="6962870" y="51615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入居状況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DE4A3767-6330-E63B-BE3A-D604F13D857A}"/>
              </a:ext>
            </a:extLst>
          </p:cNvPr>
          <p:cNvSpPr txBox="1"/>
          <p:nvPr/>
        </p:nvSpPr>
        <p:spPr>
          <a:xfrm>
            <a:off x="12101769" y="3001766"/>
            <a:ext cx="2392001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URL</a:t>
            </a:r>
            <a:r>
              <a:rPr kumimoji="1" lang="ja-JP" altLang="en-US" sz="1600" dirty="0"/>
              <a:t>リンクで</a:t>
            </a:r>
            <a:r>
              <a:rPr kumimoji="1" lang="en-US" altLang="ja-JP" sz="1600" dirty="0" err="1"/>
              <a:t>CareBase</a:t>
            </a:r>
            <a:r>
              <a:rPr kumimoji="1" lang="ja-JP" altLang="en-US" sz="1600" dirty="0"/>
              <a:t>の</a:t>
            </a:r>
            <a:endParaRPr kumimoji="1" lang="en-US" altLang="ja-JP" sz="1600" dirty="0"/>
          </a:p>
          <a:p>
            <a:r>
              <a:rPr kumimoji="1" lang="ja-JP" altLang="en-US" sz="1600" dirty="0"/>
              <a:t>ログイン画面を表示</a:t>
            </a:r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562349EB-E5C6-4BB7-D83F-B3C56F7C7A07}"/>
              </a:ext>
            </a:extLst>
          </p:cNvPr>
          <p:cNvCxnSpPr>
            <a:cxnSpLocks/>
            <a:stCxn id="46" idx="3"/>
            <a:endCxn id="134" idx="1"/>
          </p:cNvCxnSpPr>
          <p:nvPr/>
        </p:nvCxnSpPr>
        <p:spPr>
          <a:xfrm>
            <a:off x="11768025" y="4909947"/>
            <a:ext cx="312842" cy="42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575D8DE1-8F7C-50C4-99CC-EB43265D3C6F}"/>
              </a:ext>
            </a:extLst>
          </p:cNvPr>
          <p:cNvCxnSpPr>
            <a:cxnSpLocks/>
            <a:stCxn id="14" idx="2"/>
            <a:endCxn id="46" idx="1"/>
          </p:cNvCxnSpPr>
          <p:nvPr/>
        </p:nvCxnSpPr>
        <p:spPr>
          <a:xfrm>
            <a:off x="9877599" y="2131851"/>
            <a:ext cx="97619" cy="277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106C5E3F-C2A3-4118-079B-DED1DB16301B}"/>
              </a:ext>
            </a:extLst>
          </p:cNvPr>
          <p:cNvSpPr/>
          <p:nvPr/>
        </p:nvSpPr>
        <p:spPr>
          <a:xfrm>
            <a:off x="10040140" y="2293459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RDP-Alertv3</a:t>
            </a:r>
          </a:p>
        </p:txBody>
      </p: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9B9FBD81-E81C-0C77-89EC-0BB0FCD2761D}"/>
              </a:ext>
            </a:extLst>
          </p:cNvPr>
          <p:cNvCxnSpPr>
            <a:stCxn id="115" idx="3"/>
            <a:endCxn id="133" idx="1"/>
          </p:cNvCxnSpPr>
          <p:nvPr/>
        </p:nvCxnSpPr>
        <p:spPr>
          <a:xfrm flipV="1">
            <a:off x="11772538" y="2184932"/>
            <a:ext cx="270654" cy="295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>
            <a:extLst>
              <a:ext uri="{FF2B5EF4-FFF2-40B4-BE49-F238E27FC236}">
                <a16:creationId xmlns:a16="http://schemas.microsoft.com/office/drawing/2014/main" id="{52327F82-4504-68D5-CC94-418302868BC0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8171464" y="367400"/>
            <a:ext cx="1803754" cy="454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148">
            <a:extLst>
              <a:ext uri="{FF2B5EF4-FFF2-40B4-BE49-F238E27FC236}">
                <a16:creationId xmlns:a16="http://schemas.microsoft.com/office/drawing/2014/main" id="{61FA9625-2DC5-8398-E144-3E13112C12EA}"/>
              </a:ext>
            </a:extLst>
          </p:cNvPr>
          <p:cNvCxnSpPr>
            <a:cxnSpLocks/>
            <a:stCxn id="23" idx="3"/>
            <a:endCxn id="46" idx="1"/>
          </p:cNvCxnSpPr>
          <p:nvPr/>
        </p:nvCxnSpPr>
        <p:spPr>
          <a:xfrm>
            <a:off x="8137110" y="887249"/>
            <a:ext cx="1838108" cy="4022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四角形: 角を丸くする 184">
            <a:extLst>
              <a:ext uri="{FF2B5EF4-FFF2-40B4-BE49-F238E27FC236}">
                <a16:creationId xmlns:a16="http://schemas.microsoft.com/office/drawing/2014/main" id="{BC38A13A-C6C9-F7CE-D96C-A852D9BB1648}"/>
              </a:ext>
            </a:extLst>
          </p:cNvPr>
          <p:cNvSpPr/>
          <p:nvPr/>
        </p:nvSpPr>
        <p:spPr>
          <a:xfrm>
            <a:off x="11915055" y="5777909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処方箋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187" name="直線矢印コネクタ 186">
            <a:extLst>
              <a:ext uri="{FF2B5EF4-FFF2-40B4-BE49-F238E27FC236}">
                <a16:creationId xmlns:a16="http://schemas.microsoft.com/office/drawing/2014/main" id="{C0C1E74E-BED5-8FB1-5B59-93D33664561F}"/>
              </a:ext>
            </a:extLst>
          </p:cNvPr>
          <p:cNvCxnSpPr>
            <a:stCxn id="185" idx="0"/>
            <a:endCxn id="134" idx="2"/>
          </p:cNvCxnSpPr>
          <p:nvPr/>
        </p:nvCxnSpPr>
        <p:spPr>
          <a:xfrm flipH="1" flipV="1">
            <a:off x="12810735" y="5372177"/>
            <a:ext cx="724" cy="405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四角形: 角を丸くする 187">
            <a:extLst>
              <a:ext uri="{FF2B5EF4-FFF2-40B4-BE49-F238E27FC236}">
                <a16:creationId xmlns:a16="http://schemas.microsoft.com/office/drawing/2014/main" id="{8231364B-046E-F9C0-E63D-834928D4DD50}"/>
              </a:ext>
            </a:extLst>
          </p:cNvPr>
          <p:cNvSpPr/>
          <p:nvPr/>
        </p:nvSpPr>
        <p:spPr>
          <a:xfrm>
            <a:off x="11877733" y="6383343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現病歴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89" name="四角形: 角を丸くする 188">
            <a:extLst>
              <a:ext uri="{FF2B5EF4-FFF2-40B4-BE49-F238E27FC236}">
                <a16:creationId xmlns:a16="http://schemas.microsoft.com/office/drawing/2014/main" id="{F70FF8A7-1282-C942-D785-4B7FD937EE5B}"/>
              </a:ext>
            </a:extLst>
          </p:cNvPr>
          <p:cNvSpPr/>
          <p:nvPr/>
        </p:nvSpPr>
        <p:spPr>
          <a:xfrm>
            <a:off x="11876656" y="6991269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既往歴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191" name="直線矢印コネクタ 190">
            <a:extLst>
              <a:ext uri="{FF2B5EF4-FFF2-40B4-BE49-F238E27FC236}">
                <a16:creationId xmlns:a16="http://schemas.microsoft.com/office/drawing/2014/main" id="{196A176F-E6CE-3317-33B1-F8B4BF05411A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9502243" y="6076395"/>
            <a:ext cx="2333130" cy="799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線矢印コネクタ 192">
            <a:extLst>
              <a:ext uri="{FF2B5EF4-FFF2-40B4-BE49-F238E27FC236}">
                <a16:creationId xmlns:a16="http://schemas.microsoft.com/office/drawing/2014/main" id="{20B68334-547E-ECEF-1759-40D4C9722BD2}"/>
              </a:ext>
            </a:extLst>
          </p:cNvPr>
          <p:cNvCxnSpPr>
            <a:stCxn id="51" idx="3"/>
            <a:endCxn id="188" idx="1"/>
          </p:cNvCxnSpPr>
          <p:nvPr/>
        </p:nvCxnSpPr>
        <p:spPr>
          <a:xfrm flipV="1">
            <a:off x="9502243" y="6631997"/>
            <a:ext cx="2375490" cy="244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>
            <a:extLst>
              <a:ext uri="{FF2B5EF4-FFF2-40B4-BE49-F238E27FC236}">
                <a16:creationId xmlns:a16="http://schemas.microsoft.com/office/drawing/2014/main" id="{8BAA3316-F851-AB8A-2831-2DDAA30FD4DE}"/>
              </a:ext>
            </a:extLst>
          </p:cNvPr>
          <p:cNvCxnSpPr>
            <a:stCxn id="51" idx="3"/>
            <a:endCxn id="189" idx="1"/>
          </p:cNvCxnSpPr>
          <p:nvPr/>
        </p:nvCxnSpPr>
        <p:spPr>
          <a:xfrm>
            <a:off x="9502243" y="6876123"/>
            <a:ext cx="2374413" cy="363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414F484-2367-2C83-24B7-026E7349F412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8203466" y="402152"/>
            <a:ext cx="1691691" cy="4418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13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B7FC34-0BF7-FFF9-82E5-196C5CEA28C1}"/>
              </a:ext>
            </a:extLst>
          </p:cNvPr>
          <p:cNvSpPr txBox="1"/>
          <p:nvPr/>
        </p:nvSpPr>
        <p:spPr>
          <a:xfrm>
            <a:off x="-60945" y="4285859"/>
            <a:ext cx="901209" cy="4869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Axist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81EF1C-42DC-97C0-DD50-B1DDE5446D1B}"/>
              </a:ext>
            </a:extLst>
          </p:cNvPr>
          <p:cNvSpPr txBox="1"/>
          <p:nvPr/>
        </p:nvSpPr>
        <p:spPr>
          <a:xfrm>
            <a:off x="293622" y="-68688"/>
            <a:ext cx="542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現行（</a:t>
            </a: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CMC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以外）</a:t>
            </a: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</a:t>
            </a:r>
            <a:endParaRPr lang="ja-JP" altLang="en-US" sz="36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2DF75AD-4960-2E6F-B829-8054CF47C85D}"/>
              </a:ext>
            </a:extLst>
          </p:cNvPr>
          <p:cNvSpPr/>
          <p:nvPr/>
        </p:nvSpPr>
        <p:spPr>
          <a:xfrm>
            <a:off x="5194060" y="5165087"/>
            <a:ext cx="1306244" cy="51087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Sleep event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DC72E8C-676E-1B87-C2FC-AF5912D206D0}"/>
              </a:ext>
            </a:extLst>
          </p:cNvPr>
          <p:cNvSpPr/>
          <p:nvPr/>
        </p:nvSpPr>
        <p:spPr>
          <a:xfrm>
            <a:off x="1144891" y="5375217"/>
            <a:ext cx="1459737" cy="8009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眠り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SCAN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5130373-3874-602F-6DED-E86C83F65AC8}"/>
              </a:ext>
            </a:extLst>
          </p:cNvPr>
          <p:cNvSpPr/>
          <p:nvPr/>
        </p:nvSpPr>
        <p:spPr>
          <a:xfrm>
            <a:off x="323478" y="6502447"/>
            <a:ext cx="2287900" cy="8009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Nurse</a:t>
            </a: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 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call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F035B9E-87AB-996C-C3E9-B837BB1923F7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 flipV="1">
            <a:off x="2604628" y="5420524"/>
            <a:ext cx="2589432" cy="355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E3530165-95FF-B737-6399-F8814E24DD8F}"/>
              </a:ext>
            </a:extLst>
          </p:cNvPr>
          <p:cNvSpPr txBox="1"/>
          <p:nvPr/>
        </p:nvSpPr>
        <p:spPr>
          <a:xfrm>
            <a:off x="2847733" y="494418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AWS</a:t>
            </a:r>
            <a:endParaRPr kumimoji="1" lang="ja-JP" altLang="en-US" sz="2400" dirty="0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29E88727-C6CB-AE81-FFC9-FE463A1C67C2}"/>
              </a:ext>
            </a:extLst>
          </p:cNvPr>
          <p:cNvSpPr txBox="1"/>
          <p:nvPr/>
        </p:nvSpPr>
        <p:spPr>
          <a:xfrm>
            <a:off x="3875980" y="468668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Foundry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7F97EF-0869-D665-E092-321C298814F4}"/>
              </a:ext>
            </a:extLst>
          </p:cNvPr>
          <p:cNvSpPr txBox="1"/>
          <p:nvPr/>
        </p:nvSpPr>
        <p:spPr>
          <a:xfrm>
            <a:off x="4664698" y="575002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800" dirty="0"/>
              <a:t>睡眠アラート　睡眠時間</a:t>
            </a:r>
            <a:endParaRPr kumimoji="1" lang="ja-JP" altLang="en-US" sz="1800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609BFDD-71AD-B073-44EE-66EADBDEF3D0}"/>
              </a:ext>
            </a:extLst>
          </p:cNvPr>
          <p:cNvSpPr/>
          <p:nvPr/>
        </p:nvSpPr>
        <p:spPr>
          <a:xfrm>
            <a:off x="11850154" y="4993720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ナースコール</a:t>
            </a:r>
            <a:endParaRPr kumimoji="1" lang="ja-JP" altLang="en-US" sz="20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10E4C4A-EEC0-E1F2-F2B3-1EBF5F3992BD}"/>
              </a:ext>
            </a:extLst>
          </p:cNvPr>
          <p:cNvSpPr/>
          <p:nvPr/>
        </p:nvSpPr>
        <p:spPr>
          <a:xfrm>
            <a:off x="11420772" y="2532942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運営状況モニター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80DACC-57E7-45F0-BA69-0229C61C66CC}"/>
              </a:ext>
            </a:extLst>
          </p:cNvPr>
          <p:cNvSpPr/>
          <p:nvPr/>
        </p:nvSpPr>
        <p:spPr>
          <a:xfrm>
            <a:off x="11595611" y="6463974"/>
            <a:ext cx="1459736" cy="83940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Sompo</a:t>
            </a:r>
            <a:r>
              <a:rPr lang="ja-JP" altLang="en-US" sz="2000" dirty="0"/>
              <a:t>流</a:t>
            </a:r>
            <a:endParaRPr kumimoji="1" lang="ja-JP" altLang="en-US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80EAB84-2098-0E8F-226F-C860088452AE}"/>
              </a:ext>
            </a:extLst>
          </p:cNvPr>
          <p:cNvSpPr txBox="1"/>
          <p:nvPr/>
        </p:nvSpPr>
        <p:spPr>
          <a:xfrm>
            <a:off x="12231412" y="7101945"/>
            <a:ext cx="1265090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>
                    <a:lumMod val="75000"/>
                  </a:schemeClr>
                </a:solidFill>
              </a:rPr>
              <a:t>tableau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62FD61-36E2-A241-8517-B661C1AED87D}"/>
              </a:ext>
            </a:extLst>
          </p:cNvPr>
          <p:cNvSpPr txBox="1"/>
          <p:nvPr/>
        </p:nvSpPr>
        <p:spPr>
          <a:xfrm>
            <a:off x="6623844" y="7144106"/>
            <a:ext cx="4584909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その他の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tableau</a:t>
            </a:r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ダッシュボード</a:t>
            </a:r>
            <a:endParaRPr kumimoji="1" lang="ja-JP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24A5D6D-C99C-68DE-4B05-5163D70FEEFE}"/>
              </a:ext>
            </a:extLst>
          </p:cNvPr>
          <p:cNvSpPr/>
          <p:nvPr/>
        </p:nvSpPr>
        <p:spPr>
          <a:xfrm>
            <a:off x="11239180" y="550587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施設</a:t>
            </a:r>
            <a:r>
              <a:rPr kumimoji="1" lang="en-US" altLang="ja-JP" sz="2000" dirty="0"/>
              <a:t>360</a:t>
            </a:r>
            <a:endParaRPr kumimoji="1" lang="ja-JP" altLang="en-US" sz="2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B5F4E79-F55B-A823-814F-641223209D5F}"/>
              </a:ext>
            </a:extLst>
          </p:cNvPr>
          <p:cNvSpPr txBox="1"/>
          <p:nvPr/>
        </p:nvSpPr>
        <p:spPr>
          <a:xfrm>
            <a:off x="1367064" y="3750429"/>
            <a:ext cx="1459736" cy="120957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C4F21844-C18C-64DB-66D0-4905177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775" y="3836005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31">
            <a:extLst>
              <a:ext uri="{FF2B5EF4-FFF2-40B4-BE49-F238E27FC236}">
                <a16:creationId xmlns:a16="http://schemas.microsoft.com/office/drawing/2014/main" id="{7A1052CF-20AA-6278-A217-F2D79684139F}"/>
              </a:ext>
            </a:extLst>
          </p:cNvPr>
          <p:cNvSpPr txBox="1"/>
          <p:nvPr/>
        </p:nvSpPr>
        <p:spPr>
          <a:xfrm>
            <a:off x="1950690" y="3880931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CD798D8-608F-996A-683C-4ACD5434B8FB}"/>
              </a:ext>
            </a:extLst>
          </p:cNvPr>
          <p:cNvSpPr/>
          <p:nvPr/>
        </p:nvSpPr>
        <p:spPr>
          <a:xfrm>
            <a:off x="8503764" y="872326"/>
            <a:ext cx="2012230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課題検討記録＿問題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A57AE20-8BC8-2D30-75B2-FCCCF15C6DE3}"/>
              </a:ext>
            </a:extLst>
          </p:cNvPr>
          <p:cNvSpPr/>
          <p:nvPr/>
        </p:nvSpPr>
        <p:spPr>
          <a:xfrm>
            <a:off x="8503764" y="1484409"/>
            <a:ext cx="2012230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課題検討記録＿評価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B8679B9-B26B-57BC-8713-0F50C6C5C367}"/>
              </a:ext>
            </a:extLst>
          </p:cNvPr>
          <p:cNvSpPr/>
          <p:nvPr/>
        </p:nvSpPr>
        <p:spPr>
          <a:xfrm>
            <a:off x="5021327" y="969001"/>
            <a:ext cx="2361826" cy="80093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Assessment-v4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B332139-1B1F-ED5D-67FA-F4961CF3E351}"/>
              </a:ext>
            </a:extLst>
          </p:cNvPr>
          <p:cNvSpPr/>
          <p:nvPr/>
        </p:nvSpPr>
        <p:spPr>
          <a:xfrm>
            <a:off x="8503764" y="149816"/>
            <a:ext cx="2320722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CMC</a:t>
            </a:r>
            <a:r>
              <a:rPr kumimoji="1" lang="ja-JP" altLang="en-US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モジュール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F0CC173-3ED2-CC68-2A97-A861A92051F5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>
            <a:off x="10824486" y="398470"/>
            <a:ext cx="414694" cy="57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8795594-B9F2-89EC-377C-4F9C3468B60A}"/>
              </a:ext>
            </a:extLst>
          </p:cNvPr>
          <p:cNvCxnSpPr>
            <a:stCxn id="2" idx="3"/>
            <a:endCxn id="13" idx="1"/>
          </p:cNvCxnSpPr>
          <p:nvPr/>
        </p:nvCxnSpPr>
        <p:spPr>
          <a:xfrm flipV="1">
            <a:off x="10515994" y="970290"/>
            <a:ext cx="723186" cy="150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DEAF849-0AEB-2BFC-67B5-270C21C19979}"/>
              </a:ext>
            </a:extLst>
          </p:cNvPr>
          <p:cNvCxnSpPr>
            <a:stCxn id="3" idx="3"/>
            <a:endCxn id="13" idx="1"/>
          </p:cNvCxnSpPr>
          <p:nvPr/>
        </p:nvCxnSpPr>
        <p:spPr>
          <a:xfrm flipV="1">
            <a:off x="10515994" y="970290"/>
            <a:ext cx="723186" cy="762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CEBD1E9F-3D1C-AB8B-B5B4-1ED17F4E8A53}"/>
              </a:ext>
            </a:extLst>
          </p:cNvPr>
          <p:cNvCxnSpPr>
            <a:stCxn id="7" idx="3"/>
            <a:endCxn id="2" idx="1"/>
          </p:cNvCxnSpPr>
          <p:nvPr/>
        </p:nvCxnSpPr>
        <p:spPr>
          <a:xfrm flipV="1">
            <a:off x="7383153" y="1120980"/>
            <a:ext cx="1120611" cy="248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E1C2C85-9E6A-F05D-0696-0CA59D725143}"/>
              </a:ext>
            </a:extLst>
          </p:cNvPr>
          <p:cNvCxnSpPr>
            <a:stCxn id="7" idx="3"/>
            <a:endCxn id="3" idx="1"/>
          </p:cNvCxnSpPr>
          <p:nvPr/>
        </p:nvCxnSpPr>
        <p:spPr>
          <a:xfrm>
            <a:off x="7383153" y="1369468"/>
            <a:ext cx="1120611" cy="363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C32FF86-EC24-0FC9-9EB5-9C276C6D5771}"/>
              </a:ext>
            </a:extLst>
          </p:cNvPr>
          <p:cNvSpPr txBox="1"/>
          <p:nvPr/>
        </p:nvSpPr>
        <p:spPr>
          <a:xfrm>
            <a:off x="10824486" y="1574349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施設の問題と対策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D081E2E7-E81D-B9E6-6E0C-CDA7448CF66F}"/>
              </a:ext>
            </a:extLst>
          </p:cNvPr>
          <p:cNvSpPr/>
          <p:nvPr/>
        </p:nvSpPr>
        <p:spPr>
          <a:xfrm>
            <a:off x="6207778" y="2418420"/>
            <a:ext cx="1303708" cy="2599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Care_record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08C84E23-089C-B9E1-4713-9D874D4ECC00}"/>
              </a:ext>
            </a:extLst>
          </p:cNvPr>
          <p:cNvSpPr/>
          <p:nvPr/>
        </p:nvSpPr>
        <p:spPr>
          <a:xfrm>
            <a:off x="6173424" y="2938269"/>
            <a:ext cx="1303708" cy="2599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Care_plan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1AF2C2D6-4196-8202-2ECE-E8D5BE4CAEEE}"/>
              </a:ext>
            </a:extLst>
          </p:cNvPr>
          <p:cNvSpPr/>
          <p:nvPr/>
        </p:nvSpPr>
        <p:spPr>
          <a:xfrm>
            <a:off x="7784721" y="2561695"/>
            <a:ext cx="2802605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対１</a:t>
            </a:r>
            <a:r>
              <a:rPr kumimoji="1"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モジュール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B636127-8E69-57E0-2FE9-A8670E06EDE9}"/>
              </a:ext>
            </a:extLst>
          </p:cNvPr>
          <p:cNvCxnSpPr>
            <a:stCxn id="43" idx="3"/>
            <a:endCxn id="46" idx="1"/>
          </p:cNvCxnSpPr>
          <p:nvPr/>
        </p:nvCxnSpPr>
        <p:spPr>
          <a:xfrm>
            <a:off x="7511486" y="2548406"/>
            <a:ext cx="273235" cy="261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510D80F9-AFAF-FBF8-9AC2-6773851A094D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 flipV="1">
            <a:off x="7477132" y="2810349"/>
            <a:ext cx="307589" cy="257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9895292-4E3B-7AAC-8E30-CCF8361F7292}"/>
              </a:ext>
            </a:extLst>
          </p:cNvPr>
          <p:cNvCxnSpPr>
            <a:stCxn id="46" idx="3"/>
            <a:endCxn id="9" idx="1"/>
          </p:cNvCxnSpPr>
          <p:nvPr/>
        </p:nvCxnSpPr>
        <p:spPr>
          <a:xfrm>
            <a:off x="10587326" y="2810349"/>
            <a:ext cx="833446" cy="142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56D5CB9-38F9-79A9-DD37-3ED773D5C4E6}"/>
              </a:ext>
            </a:extLst>
          </p:cNvPr>
          <p:cNvSpPr txBox="1"/>
          <p:nvPr/>
        </p:nvSpPr>
        <p:spPr>
          <a:xfrm>
            <a:off x="10461740" y="2196318"/>
            <a:ext cx="1303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未タップ率</a:t>
            </a:r>
            <a:endParaRPr lang="en-US" altLang="ja-JP" sz="1400" dirty="0"/>
          </a:p>
          <a:p>
            <a:r>
              <a:rPr lang="ja-JP" altLang="en-US" sz="1400" dirty="0"/>
              <a:t>マルチタスク</a:t>
            </a:r>
            <a:endParaRPr lang="en-US" altLang="ja-JP" sz="1400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5336229-8825-5AF3-A515-6FB80645B784}"/>
              </a:ext>
            </a:extLst>
          </p:cNvPr>
          <p:cNvSpPr txBox="1"/>
          <p:nvPr/>
        </p:nvSpPr>
        <p:spPr>
          <a:xfrm>
            <a:off x="10585818" y="3727233"/>
            <a:ext cx="17959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Axist</a:t>
            </a:r>
            <a:r>
              <a:rPr lang="ja-JP" altLang="en-US" sz="1400" dirty="0"/>
              <a:t>未修正人数</a:t>
            </a:r>
            <a:endParaRPr lang="en-US" altLang="ja-JP" sz="1400" dirty="0"/>
          </a:p>
          <a:p>
            <a:r>
              <a:rPr lang="ja-JP" altLang="en-US" sz="1400" dirty="0"/>
              <a:t>業務ゆとり時間</a:t>
            </a:r>
            <a:endParaRPr lang="en-US" altLang="ja-JP" sz="1400" dirty="0"/>
          </a:p>
          <a:p>
            <a:r>
              <a:rPr lang="ja-JP" altLang="en-US" sz="1400" dirty="0"/>
              <a:t>基準ライン数</a:t>
            </a:r>
            <a:endParaRPr lang="en-US" altLang="ja-JP" sz="1400" dirty="0"/>
          </a:p>
          <a:p>
            <a:r>
              <a:rPr lang="en-US" altLang="ja-JP" sz="1400" dirty="0"/>
              <a:t>Q</a:t>
            </a:r>
            <a:r>
              <a:rPr lang="ja-JP" altLang="en-US" sz="1400" dirty="0"/>
              <a:t>ライン内直接介護</a:t>
            </a:r>
            <a:endParaRPr lang="en-US" altLang="ja-JP" sz="1400" dirty="0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F4674D7F-E9B2-88C7-556D-D081FBC39465}"/>
              </a:ext>
            </a:extLst>
          </p:cNvPr>
          <p:cNvSpPr/>
          <p:nvPr/>
        </p:nvSpPr>
        <p:spPr>
          <a:xfrm>
            <a:off x="7857812" y="6694531"/>
            <a:ext cx="3264162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Sompo</a:t>
            </a:r>
            <a:r>
              <a:rPr kumimoji="1"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流モジュール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0A6569F7-F6A5-794D-3591-1279900D7B60}"/>
              </a:ext>
            </a:extLst>
          </p:cNvPr>
          <p:cNvCxnSpPr>
            <a:cxnSpLocks/>
            <a:stCxn id="56" idx="3"/>
            <a:endCxn id="10" idx="1"/>
          </p:cNvCxnSpPr>
          <p:nvPr/>
        </p:nvCxnSpPr>
        <p:spPr>
          <a:xfrm flipV="1">
            <a:off x="11121974" y="6883677"/>
            <a:ext cx="473637" cy="59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FB086804-912A-C2A7-B819-D9C54D317065}"/>
              </a:ext>
            </a:extLst>
          </p:cNvPr>
          <p:cNvSpPr/>
          <p:nvPr/>
        </p:nvSpPr>
        <p:spPr>
          <a:xfrm>
            <a:off x="8931318" y="5420166"/>
            <a:ext cx="2012230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Nurse Call Log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65657A9B-2E47-BF8A-F210-9F2FC4FCFD94}"/>
              </a:ext>
            </a:extLst>
          </p:cNvPr>
          <p:cNvCxnSpPr>
            <a:stCxn id="21" idx="3"/>
            <a:endCxn id="61" idx="1"/>
          </p:cNvCxnSpPr>
          <p:nvPr/>
        </p:nvCxnSpPr>
        <p:spPr>
          <a:xfrm flipV="1">
            <a:off x="2611378" y="5668820"/>
            <a:ext cx="6319940" cy="1234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46FAB0FE-7586-8C7C-7B44-548423590D49}"/>
              </a:ext>
            </a:extLst>
          </p:cNvPr>
          <p:cNvCxnSpPr>
            <a:stCxn id="61" idx="3"/>
            <a:endCxn id="8" idx="1"/>
          </p:cNvCxnSpPr>
          <p:nvPr/>
        </p:nvCxnSpPr>
        <p:spPr>
          <a:xfrm flipV="1">
            <a:off x="10943548" y="5413423"/>
            <a:ext cx="906606" cy="255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5E2D5D53-4AB7-F121-A28A-2EF8F69747BC}"/>
              </a:ext>
            </a:extLst>
          </p:cNvPr>
          <p:cNvSpPr/>
          <p:nvPr/>
        </p:nvSpPr>
        <p:spPr>
          <a:xfrm>
            <a:off x="6593998" y="4367750"/>
            <a:ext cx="2698919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V4_02_04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医療関連</a:t>
            </a: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_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処方薬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EBC964E-0102-1FB8-D76C-814D29C8178C}"/>
              </a:ext>
            </a:extLst>
          </p:cNvPr>
          <p:cNvCxnSpPr>
            <a:cxnSpLocks/>
            <a:stCxn id="7" idx="2"/>
            <a:endCxn id="24" idx="1"/>
          </p:cNvCxnSpPr>
          <p:nvPr/>
        </p:nvCxnSpPr>
        <p:spPr>
          <a:xfrm>
            <a:off x="6202240" y="1769934"/>
            <a:ext cx="391758" cy="2846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6662C7ED-A1B7-5DFE-7E0C-88C0E6BE3691}"/>
              </a:ext>
            </a:extLst>
          </p:cNvPr>
          <p:cNvCxnSpPr>
            <a:stCxn id="24" idx="3"/>
            <a:endCxn id="61" idx="0"/>
          </p:cNvCxnSpPr>
          <p:nvPr/>
        </p:nvCxnSpPr>
        <p:spPr>
          <a:xfrm>
            <a:off x="9292917" y="4616404"/>
            <a:ext cx="644516" cy="803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C703BF6-F6B6-458C-6201-EE3ED04C82AC}"/>
              </a:ext>
            </a:extLst>
          </p:cNvPr>
          <p:cNvSpPr/>
          <p:nvPr/>
        </p:nvSpPr>
        <p:spPr>
          <a:xfrm>
            <a:off x="4723915" y="3282118"/>
            <a:ext cx="1586450" cy="51825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Residency_</a:t>
            </a:r>
            <a:b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</a:b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change_history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C459005-B87D-0D1B-0E9B-97F879B14596}"/>
              </a:ext>
            </a:extLst>
          </p:cNvPr>
          <p:cNvSpPr txBox="1"/>
          <p:nvPr/>
        </p:nvSpPr>
        <p:spPr>
          <a:xfrm>
            <a:off x="7049108" y="5026424"/>
            <a:ext cx="827471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Pipeline</a:t>
            </a:r>
          </a:p>
          <a:p>
            <a:r>
              <a:rPr kumimoji="1" lang="en-US" altLang="ja-JP" sz="1400" dirty="0"/>
              <a:t>builder</a:t>
            </a:r>
            <a:endParaRPr kumimoji="1" lang="ja-JP" altLang="en-US" sz="1400" dirty="0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72C2F5A5-9FE7-8751-F30F-BBE7054CF5D1}"/>
              </a:ext>
            </a:extLst>
          </p:cNvPr>
          <p:cNvCxnSpPr>
            <a:stCxn id="7" idx="2"/>
          </p:cNvCxnSpPr>
          <p:nvPr/>
        </p:nvCxnSpPr>
        <p:spPr>
          <a:xfrm>
            <a:off x="6202240" y="1769934"/>
            <a:ext cx="1616424" cy="5031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0AF585CE-1BE2-1530-531B-69C1BD233AE4}"/>
              </a:ext>
            </a:extLst>
          </p:cNvPr>
          <p:cNvCxnSpPr>
            <a:cxnSpLocks/>
            <a:stCxn id="15" idx="3"/>
            <a:endCxn id="56" idx="1"/>
          </p:cNvCxnSpPr>
          <p:nvPr/>
        </p:nvCxnSpPr>
        <p:spPr>
          <a:xfrm>
            <a:off x="2826800" y="4355217"/>
            <a:ext cx="5031012" cy="258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829150B6-D5A7-762B-D8DF-7CCD475863E2}"/>
              </a:ext>
            </a:extLst>
          </p:cNvPr>
          <p:cNvCxnSpPr>
            <a:cxnSpLocks/>
            <a:stCxn id="138" idx="3"/>
          </p:cNvCxnSpPr>
          <p:nvPr/>
        </p:nvCxnSpPr>
        <p:spPr>
          <a:xfrm>
            <a:off x="1802108" y="1316278"/>
            <a:ext cx="5941173" cy="5450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A4ACC83C-2D21-840C-4947-3455753F437D}"/>
              </a:ext>
            </a:extLst>
          </p:cNvPr>
          <p:cNvCxnSpPr>
            <a:cxnSpLocks/>
            <a:stCxn id="42" idx="2"/>
            <a:endCxn id="56" idx="1"/>
          </p:cNvCxnSpPr>
          <p:nvPr/>
        </p:nvCxnSpPr>
        <p:spPr>
          <a:xfrm>
            <a:off x="5517140" y="3800369"/>
            <a:ext cx="2340672" cy="3142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矢印コネクタ 136">
            <a:extLst>
              <a:ext uri="{FF2B5EF4-FFF2-40B4-BE49-F238E27FC236}">
                <a16:creationId xmlns:a16="http://schemas.microsoft.com/office/drawing/2014/main" id="{8DB15835-4E8F-A298-05A8-9AFAE064DDDD}"/>
              </a:ext>
            </a:extLst>
          </p:cNvPr>
          <p:cNvCxnSpPr>
            <a:stCxn id="21" idx="3"/>
            <a:endCxn id="56" idx="1"/>
          </p:cNvCxnSpPr>
          <p:nvPr/>
        </p:nvCxnSpPr>
        <p:spPr>
          <a:xfrm>
            <a:off x="2611378" y="6902914"/>
            <a:ext cx="5246434" cy="4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89602280-62D1-318E-31C7-A9F5ADA2AA41}"/>
              </a:ext>
            </a:extLst>
          </p:cNvPr>
          <p:cNvSpPr txBox="1"/>
          <p:nvPr/>
        </p:nvSpPr>
        <p:spPr>
          <a:xfrm>
            <a:off x="246684" y="788336"/>
            <a:ext cx="1555424" cy="105588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TextBox 31">
            <a:extLst>
              <a:ext uri="{FF2B5EF4-FFF2-40B4-BE49-F238E27FC236}">
                <a16:creationId xmlns:a16="http://schemas.microsoft.com/office/drawing/2014/main" id="{28ECA852-DCC8-D982-617F-866911743BC5}"/>
              </a:ext>
            </a:extLst>
          </p:cNvPr>
          <p:cNvSpPr txBox="1"/>
          <p:nvPr/>
        </p:nvSpPr>
        <p:spPr>
          <a:xfrm>
            <a:off x="652186" y="540619"/>
            <a:ext cx="1887055" cy="69429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（くすりの窓口）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0" name="TextBox 31">
            <a:extLst>
              <a:ext uri="{FF2B5EF4-FFF2-40B4-BE49-F238E27FC236}">
                <a16:creationId xmlns:a16="http://schemas.microsoft.com/office/drawing/2014/main" id="{99FBB6BD-DECF-45BB-FB79-5B3C34E78396}"/>
              </a:ext>
            </a:extLst>
          </p:cNvPr>
          <p:cNvSpPr txBox="1"/>
          <p:nvPr/>
        </p:nvSpPr>
        <p:spPr>
          <a:xfrm>
            <a:off x="508191" y="1245203"/>
            <a:ext cx="1184940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介護記録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41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47FC03E1-548D-3F2F-CE0D-1CE00716E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75" y="600297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" name="四角形: 角を丸くする 145">
            <a:extLst>
              <a:ext uri="{FF2B5EF4-FFF2-40B4-BE49-F238E27FC236}">
                <a16:creationId xmlns:a16="http://schemas.microsoft.com/office/drawing/2014/main" id="{673E5539-A331-A598-CEFE-9BA8278F8653}"/>
              </a:ext>
            </a:extLst>
          </p:cNvPr>
          <p:cNvSpPr/>
          <p:nvPr/>
        </p:nvSpPr>
        <p:spPr>
          <a:xfrm>
            <a:off x="7598274" y="3679901"/>
            <a:ext cx="2802605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対１</a:t>
            </a:r>
            <a:r>
              <a:rPr kumimoji="1"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モジュール</a:t>
            </a:r>
          </a:p>
        </p:txBody>
      </p: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46F6E8AC-1DD0-D60B-8DAB-42E4BCE8ACA9}"/>
              </a:ext>
            </a:extLst>
          </p:cNvPr>
          <p:cNvCxnSpPr>
            <a:stCxn id="146" idx="3"/>
            <a:endCxn id="9" idx="1"/>
          </p:cNvCxnSpPr>
          <p:nvPr/>
        </p:nvCxnSpPr>
        <p:spPr>
          <a:xfrm flipV="1">
            <a:off x="10400879" y="2952645"/>
            <a:ext cx="1019893" cy="975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線矢印コネクタ 149">
            <a:extLst>
              <a:ext uri="{FF2B5EF4-FFF2-40B4-BE49-F238E27FC236}">
                <a16:creationId xmlns:a16="http://schemas.microsoft.com/office/drawing/2014/main" id="{AFF24562-DED4-EFF5-2FE2-02F3309CDD04}"/>
              </a:ext>
            </a:extLst>
          </p:cNvPr>
          <p:cNvCxnSpPr>
            <a:cxnSpLocks/>
            <a:stCxn id="15" idx="3"/>
            <a:endCxn id="146" idx="1"/>
          </p:cNvCxnSpPr>
          <p:nvPr/>
        </p:nvCxnSpPr>
        <p:spPr>
          <a:xfrm flipV="1">
            <a:off x="2826800" y="3928555"/>
            <a:ext cx="4771474" cy="426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48FE0352-8BCE-6B50-57E2-02F81F816DD4}"/>
              </a:ext>
            </a:extLst>
          </p:cNvPr>
          <p:cNvCxnSpPr>
            <a:cxnSpLocks/>
            <a:stCxn id="138" idx="3"/>
            <a:endCxn id="43" idx="1"/>
          </p:cNvCxnSpPr>
          <p:nvPr/>
        </p:nvCxnSpPr>
        <p:spPr>
          <a:xfrm>
            <a:off x="1802108" y="1316278"/>
            <a:ext cx="4405670" cy="1232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17D8758B-BD67-3100-FE6C-9761813DB288}"/>
              </a:ext>
            </a:extLst>
          </p:cNvPr>
          <p:cNvCxnSpPr>
            <a:cxnSpLocks/>
            <a:stCxn id="138" idx="3"/>
            <a:endCxn id="44" idx="1"/>
          </p:cNvCxnSpPr>
          <p:nvPr/>
        </p:nvCxnSpPr>
        <p:spPr>
          <a:xfrm>
            <a:off x="1802108" y="1316278"/>
            <a:ext cx="4371316" cy="1751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29880C71-1010-F500-D670-DF438C4F7E3A}"/>
              </a:ext>
            </a:extLst>
          </p:cNvPr>
          <p:cNvCxnSpPr>
            <a:cxnSpLocks/>
            <a:stCxn id="43" idx="3"/>
            <a:endCxn id="23" idx="1"/>
          </p:cNvCxnSpPr>
          <p:nvPr/>
        </p:nvCxnSpPr>
        <p:spPr>
          <a:xfrm flipV="1">
            <a:off x="7511486" y="398470"/>
            <a:ext cx="992278" cy="2149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5FA4C18-FE5C-FCED-238F-0FCD805E0899}"/>
              </a:ext>
            </a:extLst>
          </p:cNvPr>
          <p:cNvCxnSpPr>
            <a:cxnSpLocks/>
            <a:stCxn id="44" idx="3"/>
            <a:endCxn id="23" idx="1"/>
          </p:cNvCxnSpPr>
          <p:nvPr/>
        </p:nvCxnSpPr>
        <p:spPr>
          <a:xfrm flipV="1">
            <a:off x="7477132" y="398470"/>
            <a:ext cx="1026632" cy="2669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88DC1E99-8557-722E-0A3E-D546F0DB1BE5}"/>
              </a:ext>
            </a:extLst>
          </p:cNvPr>
          <p:cNvSpPr txBox="1"/>
          <p:nvPr/>
        </p:nvSpPr>
        <p:spPr>
          <a:xfrm>
            <a:off x="1296174" y="2354855"/>
            <a:ext cx="1566716" cy="115438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3" name="TextBox 31">
            <a:extLst>
              <a:ext uri="{FF2B5EF4-FFF2-40B4-BE49-F238E27FC236}">
                <a16:creationId xmlns:a16="http://schemas.microsoft.com/office/drawing/2014/main" id="{92B8298B-CF08-CDE9-2573-41329B4F03FC}"/>
              </a:ext>
            </a:extLst>
          </p:cNvPr>
          <p:cNvSpPr txBox="1"/>
          <p:nvPr/>
        </p:nvSpPr>
        <p:spPr>
          <a:xfrm>
            <a:off x="1497435" y="3115923"/>
            <a:ext cx="976549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PF</a:t>
            </a:r>
          </a:p>
        </p:txBody>
      </p:sp>
      <p:pic>
        <p:nvPicPr>
          <p:cNvPr id="174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2DC8CD05-3DDA-C631-39E4-534671054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594" y="2479388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" name="TextBox 31">
            <a:extLst>
              <a:ext uri="{FF2B5EF4-FFF2-40B4-BE49-F238E27FC236}">
                <a16:creationId xmlns:a16="http://schemas.microsoft.com/office/drawing/2014/main" id="{244679B5-C333-1878-DC03-546FA96D152C}"/>
              </a:ext>
            </a:extLst>
          </p:cNvPr>
          <p:cNvSpPr txBox="1"/>
          <p:nvPr/>
        </p:nvSpPr>
        <p:spPr>
          <a:xfrm>
            <a:off x="1922509" y="2524314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cxnSp>
        <p:nvCxnSpPr>
          <p:cNvPr id="178" name="直線矢印コネクタ 177">
            <a:extLst>
              <a:ext uri="{FF2B5EF4-FFF2-40B4-BE49-F238E27FC236}">
                <a16:creationId xmlns:a16="http://schemas.microsoft.com/office/drawing/2014/main" id="{C4CC1816-42BD-30D7-E1D4-E8DC4BE0697A}"/>
              </a:ext>
            </a:extLst>
          </p:cNvPr>
          <p:cNvCxnSpPr>
            <a:cxnSpLocks/>
            <a:stCxn id="172" idx="3"/>
            <a:endCxn id="42" idx="1"/>
          </p:cNvCxnSpPr>
          <p:nvPr/>
        </p:nvCxnSpPr>
        <p:spPr>
          <a:xfrm>
            <a:off x="2862890" y="2932046"/>
            <a:ext cx="1861025" cy="609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直線矢印コネクタ 179">
            <a:extLst>
              <a:ext uri="{FF2B5EF4-FFF2-40B4-BE49-F238E27FC236}">
                <a16:creationId xmlns:a16="http://schemas.microsoft.com/office/drawing/2014/main" id="{A61A3D1C-194C-9F17-F6F7-5836B5B02D3D}"/>
              </a:ext>
            </a:extLst>
          </p:cNvPr>
          <p:cNvCxnSpPr>
            <a:stCxn id="19" idx="3"/>
            <a:endCxn id="47" idx="1"/>
          </p:cNvCxnSpPr>
          <p:nvPr/>
        </p:nvCxnSpPr>
        <p:spPr>
          <a:xfrm flipV="1">
            <a:off x="6500304" y="5288034"/>
            <a:ext cx="548804" cy="132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線矢印コネクタ 181">
            <a:extLst>
              <a:ext uri="{FF2B5EF4-FFF2-40B4-BE49-F238E27FC236}">
                <a16:creationId xmlns:a16="http://schemas.microsoft.com/office/drawing/2014/main" id="{A4DB0C91-29B6-1ADE-2322-6F7969DF613C}"/>
              </a:ext>
            </a:extLst>
          </p:cNvPr>
          <p:cNvCxnSpPr>
            <a:stCxn id="47" idx="3"/>
            <a:endCxn id="61" idx="1"/>
          </p:cNvCxnSpPr>
          <p:nvPr/>
        </p:nvCxnSpPr>
        <p:spPr>
          <a:xfrm>
            <a:off x="7876579" y="5288034"/>
            <a:ext cx="1054739" cy="380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5" name="図 184">
            <a:extLst>
              <a:ext uri="{FF2B5EF4-FFF2-40B4-BE49-F238E27FC236}">
                <a16:creationId xmlns:a16="http://schemas.microsoft.com/office/drawing/2014/main" id="{BFAE5B15-E386-0DE3-8102-E46A74511F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0" y="7139449"/>
            <a:ext cx="410411" cy="411920"/>
          </a:xfrm>
          <a:prstGeom prst="rect">
            <a:avLst/>
          </a:prstGeom>
        </p:spPr>
      </p:pic>
      <p:pic>
        <p:nvPicPr>
          <p:cNvPr id="186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22A966CB-3116-2DDE-FBAD-CA79EBDD0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895" y="5087703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TextBox 31">
            <a:extLst>
              <a:ext uri="{FF2B5EF4-FFF2-40B4-BE49-F238E27FC236}">
                <a16:creationId xmlns:a16="http://schemas.microsoft.com/office/drawing/2014/main" id="{D3D8FAC1-DAC9-459F-0822-C562ACAD67C8}"/>
              </a:ext>
            </a:extLst>
          </p:cNvPr>
          <p:cNvSpPr txBox="1"/>
          <p:nvPr/>
        </p:nvSpPr>
        <p:spPr>
          <a:xfrm>
            <a:off x="1786888" y="5174251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sp>
        <p:nvSpPr>
          <p:cNvPr id="190" name="テキスト ボックス 189">
            <a:extLst>
              <a:ext uri="{FF2B5EF4-FFF2-40B4-BE49-F238E27FC236}">
                <a16:creationId xmlns:a16="http://schemas.microsoft.com/office/drawing/2014/main" id="{7625E849-C236-231F-FE6B-1A2598EAF186}"/>
              </a:ext>
            </a:extLst>
          </p:cNvPr>
          <p:cNvSpPr txBox="1"/>
          <p:nvPr/>
        </p:nvSpPr>
        <p:spPr>
          <a:xfrm>
            <a:off x="1443694" y="4383226"/>
            <a:ext cx="1305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Axist</a:t>
            </a:r>
            <a:r>
              <a:rPr lang="ja-JP" altLang="en-US" sz="20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endParaRPr lang="en-US" altLang="ja-JP" sz="20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フォルダ</a:t>
            </a:r>
            <a:endParaRPr lang="en-US" altLang="ja-JP" sz="20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1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522253C2-4F7D-3BDF-D30C-30CE4C467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21" y="6258731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" name="TextBox 31">
            <a:extLst>
              <a:ext uri="{FF2B5EF4-FFF2-40B4-BE49-F238E27FC236}">
                <a16:creationId xmlns:a16="http://schemas.microsoft.com/office/drawing/2014/main" id="{AB9F5F06-45CD-0A74-D86A-0E98967A8F41}"/>
              </a:ext>
            </a:extLst>
          </p:cNvPr>
          <p:cNvSpPr txBox="1"/>
          <p:nvPr/>
        </p:nvSpPr>
        <p:spPr>
          <a:xfrm>
            <a:off x="1009914" y="6345279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sp>
        <p:nvSpPr>
          <p:cNvPr id="194" name="テキスト ボックス 193">
            <a:extLst>
              <a:ext uri="{FF2B5EF4-FFF2-40B4-BE49-F238E27FC236}">
                <a16:creationId xmlns:a16="http://schemas.microsoft.com/office/drawing/2014/main" id="{F839306C-C440-7693-F502-6D089427463A}"/>
              </a:ext>
            </a:extLst>
          </p:cNvPr>
          <p:cNvSpPr txBox="1"/>
          <p:nvPr/>
        </p:nvSpPr>
        <p:spPr>
          <a:xfrm>
            <a:off x="-647023" y="5522437"/>
            <a:ext cx="13756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800" dirty="0"/>
              <a:t>パラマウント</a:t>
            </a:r>
            <a:endParaRPr kumimoji="1" lang="ja-JP" altLang="en-US" sz="1800" dirty="0"/>
          </a:p>
        </p:txBody>
      </p:sp>
      <p:sp>
        <p:nvSpPr>
          <p:cNvPr id="195" name="テキスト ボックス 194">
            <a:extLst>
              <a:ext uri="{FF2B5EF4-FFF2-40B4-BE49-F238E27FC236}">
                <a16:creationId xmlns:a16="http://schemas.microsoft.com/office/drawing/2014/main" id="{B6D75D14-F29B-3DBE-59FC-CED1AD40ACC8}"/>
              </a:ext>
            </a:extLst>
          </p:cNvPr>
          <p:cNvSpPr txBox="1"/>
          <p:nvPr/>
        </p:nvSpPr>
        <p:spPr>
          <a:xfrm>
            <a:off x="3127494" y="1374125"/>
            <a:ext cx="527971" cy="367283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6" name="TextBox 31">
            <a:extLst>
              <a:ext uri="{FF2B5EF4-FFF2-40B4-BE49-F238E27FC236}">
                <a16:creationId xmlns:a16="http://schemas.microsoft.com/office/drawing/2014/main" id="{49C7ACD5-BD0F-7E91-2C37-61D8D567853E}"/>
              </a:ext>
            </a:extLst>
          </p:cNvPr>
          <p:cNvSpPr txBox="1"/>
          <p:nvPr/>
        </p:nvSpPr>
        <p:spPr>
          <a:xfrm>
            <a:off x="2947943" y="1860379"/>
            <a:ext cx="913211" cy="6942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Agent</a:t>
            </a:r>
          </a:p>
        </p:txBody>
      </p:sp>
      <p:pic>
        <p:nvPicPr>
          <p:cNvPr id="197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B2FB91E0-0A47-45DE-233D-94C92FE6A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485" y="1186086"/>
            <a:ext cx="534319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8" name="四角形: 角を丸くする 197">
            <a:extLst>
              <a:ext uri="{FF2B5EF4-FFF2-40B4-BE49-F238E27FC236}">
                <a16:creationId xmlns:a16="http://schemas.microsoft.com/office/drawing/2014/main" id="{30403B25-8BDA-EB23-A7AB-12043988792C}"/>
              </a:ext>
            </a:extLst>
          </p:cNvPr>
          <p:cNvSpPr/>
          <p:nvPr/>
        </p:nvSpPr>
        <p:spPr>
          <a:xfrm>
            <a:off x="3970324" y="1281319"/>
            <a:ext cx="420531" cy="582062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ja-JP" dirty="0"/>
              <a:t>Data Connection</a:t>
            </a:r>
            <a:endParaRPr kumimoji="1" lang="ja-JP" altLang="en-US" dirty="0"/>
          </a:p>
        </p:txBody>
      </p:sp>
      <p:cxnSp>
        <p:nvCxnSpPr>
          <p:cNvPr id="199" name="直線コネクタ 198">
            <a:extLst>
              <a:ext uri="{FF2B5EF4-FFF2-40B4-BE49-F238E27FC236}">
                <a16:creationId xmlns:a16="http://schemas.microsoft.com/office/drawing/2014/main" id="{264BB8E1-397D-A7BD-4C28-FD89CA7C6A46}"/>
              </a:ext>
            </a:extLst>
          </p:cNvPr>
          <p:cNvCxnSpPr>
            <a:cxnSpLocks/>
          </p:cNvCxnSpPr>
          <p:nvPr/>
        </p:nvCxnSpPr>
        <p:spPr>
          <a:xfrm>
            <a:off x="3798930" y="670268"/>
            <a:ext cx="0" cy="66473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テキスト ボックス 199">
            <a:extLst>
              <a:ext uri="{FF2B5EF4-FFF2-40B4-BE49-F238E27FC236}">
                <a16:creationId xmlns:a16="http://schemas.microsoft.com/office/drawing/2014/main" id="{53C0A97B-8A5A-F563-076B-89C779B6F417}"/>
              </a:ext>
            </a:extLst>
          </p:cNvPr>
          <p:cNvSpPr txBox="1"/>
          <p:nvPr/>
        </p:nvSpPr>
        <p:spPr>
          <a:xfrm>
            <a:off x="2531417" y="6129388"/>
            <a:ext cx="1702710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Direct</a:t>
            </a:r>
            <a:r>
              <a:rPr kumimoji="1" lang="ja-JP" altLang="en-US" dirty="0"/>
              <a:t>接続</a:t>
            </a:r>
          </a:p>
        </p:txBody>
      </p:sp>
      <p:sp>
        <p:nvSpPr>
          <p:cNvPr id="206" name="テキスト ボックス 205">
            <a:extLst>
              <a:ext uri="{FF2B5EF4-FFF2-40B4-BE49-F238E27FC236}">
                <a16:creationId xmlns:a16="http://schemas.microsoft.com/office/drawing/2014/main" id="{F12476BE-F723-B594-6D4D-118770BE1898}"/>
              </a:ext>
            </a:extLst>
          </p:cNvPr>
          <p:cNvSpPr txBox="1"/>
          <p:nvPr/>
        </p:nvSpPr>
        <p:spPr>
          <a:xfrm>
            <a:off x="-476354" y="2360952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7" name="テキスト ボックス 206">
            <a:extLst>
              <a:ext uri="{FF2B5EF4-FFF2-40B4-BE49-F238E27FC236}">
                <a16:creationId xmlns:a16="http://schemas.microsoft.com/office/drawing/2014/main" id="{8BE21052-4BC1-D176-6832-90F51E1FEBB2}"/>
              </a:ext>
            </a:extLst>
          </p:cNvPr>
          <p:cNvSpPr txBox="1"/>
          <p:nvPr/>
        </p:nvSpPr>
        <p:spPr>
          <a:xfrm>
            <a:off x="-332457" y="3214974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ほのぼの</a:t>
            </a:r>
          </a:p>
        </p:txBody>
      </p:sp>
      <p:pic>
        <p:nvPicPr>
          <p:cNvPr id="208" name="グラフィックス 207" descr="データベース 枠線">
            <a:extLst>
              <a:ext uri="{FF2B5EF4-FFF2-40B4-BE49-F238E27FC236}">
                <a16:creationId xmlns:a16="http://schemas.microsoft.com/office/drawing/2014/main" id="{1AFAA443-CD1A-62D2-3B7F-CD124204F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5628" y="2576582"/>
            <a:ext cx="764340" cy="764340"/>
          </a:xfrm>
          <a:prstGeom prst="rect">
            <a:avLst/>
          </a:prstGeom>
        </p:spPr>
      </p:pic>
      <p:sp>
        <p:nvSpPr>
          <p:cNvPr id="209" name="テキスト ボックス 208">
            <a:extLst>
              <a:ext uri="{FF2B5EF4-FFF2-40B4-BE49-F238E27FC236}">
                <a16:creationId xmlns:a16="http://schemas.microsoft.com/office/drawing/2014/main" id="{7C052037-F1B5-1C19-1B13-ABF49B151DED}"/>
              </a:ext>
            </a:extLst>
          </p:cNvPr>
          <p:cNvSpPr txBox="1"/>
          <p:nvPr/>
        </p:nvSpPr>
        <p:spPr>
          <a:xfrm>
            <a:off x="-314745" y="2353463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211" name="直線矢印コネクタ 210">
            <a:extLst>
              <a:ext uri="{FF2B5EF4-FFF2-40B4-BE49-F238E27FC236}">
                <a16:creationId xmlns:a16="http://schemas.microsoft.com/office/drawing/2014/main" id="{2877C1C6-50E9-8DD1-4C05-7E3F92B6286D}"/>
              </a:ext>
            </a:extLst>
          </p:cNvPr>
          <p:cNvCxnSpPr>
            <a:stCxn id="206" idx="3"/>
            <a:endCxn id="172" idx="1"/>
          </p:cNvCxnSpPr>
          <p:nvPr/>
        </p:nvCxnSpPr>
        <p:spPr>
          <a:xfrm flipV="1">
            <a:off x="835972" y="2932046"/>
            <a:ext cx="460202" cy="6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線矢印コネクタ 212">
            <a:extLst>
              <a:ext uri="{FF2B5EF4-FFF2-40B4-BE49-F238E27FC236}">
                <a16:creationId xmlns:a16="http://schemas.microsoft.com/office/drawing/2014/main" id="{345FA5F0-6408-E8AC-7987-8CCA612BEB10}"/>
              </a:ext>
            </a:extLst>
          </p:cNvPr>
          <p:cNvCxnSpPr>
            <a:stCxn id="4" idx="3"/>
            <a:endCxn id="15" idx="1"/>
          </p:cNvCxnSpPr>
          <p:nvPr/>
        </p:nvCxnSpPr>
        <p:spPr>
          <a:xfrm flipV="1">
            <a:off x="840264" y="4355217"/>
            <a:ext cx="526800" cy="174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直線矢印コネクタ 214">
            <a:extLst>
              <a:ext uri="{FF2B5EF4-FFF2-40B4-BE49-F238E27FC236}">
                <a16:creationId xmlns:a16="http://schemas.microsoft.com/office/drawing/2014/main" id="{8F670C32-9199-E523-1B0B-439C120D6C56}"/>
              </a:ext>
            </a:extLst>
          </p:cNvPr>
          <p:cNvCxnSpPr>
            <a:stCxn id="194" idx="3"/>
            <a:endCxn id="20" idx="1"/>
          </p:cNvCxnSpPr>
          <p:nvPr/>
        </p:nvCxnSpPr>
        <p:spPr>
          <a:xfrm>
            <a:off x="728675" y="5707103"/>
            <a:ext cx="416216" cy="68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55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8047AD4-6B47-35EF-E84B-5B9A9F1433B3}"/>
              </a:ext>
            </a:extLst>
          </p:cNvPr>
          <p:cNvSpPr/>
          <p:nvPr/>
        </p:nvSpPr>
        <p:spPr>
          <a:xfrm>
            <a:off x="6867756" y="175136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Care_record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42D36D9-EA64-8EEB-C819-45D8ACC3F0E5}"/>
              </a:ext>
            </a:extLst>
          </p:cNvPr>
          <p:cNvSpPr/>
          <p:nvPr/>
        </p:nvSpPr>
        <p:spPr>
          <a:xfrm>
            <a:off x="6867752" y="4635267"/>
            <a:ext cx="1335714" cy="3705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stay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CC8BF2C-6D78-C884-5FCA-1F30FF831B78}"/>
              </a:ext>
            </a:extLst>
          </p:cNvPr>
          <p:cNvSpPr/>
          <p:nvPr/>
        </p:nvSpPr>
        <p:spPr>
          <a:xfrm>
            <a:off x="6900693" y="3953121"/>
            <a:ext cx="1306244" cy="39657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Recipient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FF34D75-BCB0-5E9B-F7A9-2C3EEC8B82DF}"/>
              </a:ext>
            </a:extLst>
          </p:cNvPr>
          <p:cNvSpPr/>
          <p:nvPr/>
        </p:nvSpPr>
        <p:spPr>
          <a:xfrm>
            <a:off x="6897221" y="3263524"/>
            <a:ext cx="1306244" cy="3965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Facility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39149A5-A7AE-ADAE-3C64-42DBBEA3BDD8}"/>
              </a:ext>
            </a:extLst>
          </p:cNvPr>
          <p:cNvSpPr/>
          <p:nvPr/>
        </p:nvSpPr>
        <p:spPr>
          <a:xfrm>
            <a:off x="9225745" y="1871879"/>
            <a:ext cx="1303708" cy="2599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Taurus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2B7426A-5788-3B2F-829C-99739B98F55A}"/>
              </a:ext>
            </a:extLst>
          </p:cNvPr>
          <p:cNvSpPr txBox="1"/>
          <p:nvPr/>
        </p:nvSpPr>
        <p:spPr>
          <a:xfrm>
            <a:off x="9249989" y="2670255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アラート判定ブロック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6DA3BEE0-C416-BB99-AD9E-81E92DC97643}"/>
              </a:ext>
            </a:extLst>
          </p:cNvPr>
          <p:cNvSpPr/>
          <p:nvPr/>
        </p:nvSpPr>
        <p:spPr>
          <a:xfrm>
            <a:off x="9895157" y="215444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CmcStatus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6B7D0C1-33FF-645B-0520-B88ADF9B8D6F}"/>
              </a:ext>
            </a:extLst>
          </p:cNvPr>
          <p:cNvSpPr/>
          <p:nvPr/>
        </p:nvSpPr>
        <p:spPr>
          <a:xfrm>
            <a:off x="6833402" y="694985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Care_plan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BCD69CD4-0BF8-17CB-F6C0-DF2F39D3A96E}"/>
              </a:ext>
            </a:extLst>
          </p:cNvPr>
          <p:cNvSpPr/>
          <p:nvPr/>
        </p:nvSpPr>
        <p:spPr>
          <a:xfrm>
            <a:off x="6857670" y="1594041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Vital</a:t>
            </a: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4AE2212B-CEF9-6152-8775-92510BFBCCBF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8171464" y="367400"/>
            <a:ext cx="1054281" cy="1634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098CB5C-0B17-2447-6DEC-09391A06D445}"/>
              </a:ext>
            </a:extLst>
          </p:cNvPr>
          <p:cNvCxnSpPr>
            <a:cxnSpLocks/>
            <a:stCxn id="23" idx="3"/>
            <a:endCxn id="14" idx="1"/>
          </p:cNvCxnSpPr>
          <p:nvPr/>
        </p:nvCxnSpPr>
        <p:spPr>
          <a:xfrm>
            <a:off x="8137110" y="887249"/>
            <a:ext cx="1088635" cy="111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40CDB80-6EBA-5C4F-CE55-616033BD127E}"/>
              </a:ext>
            </a:extLst>
          </p:cNvPr>
          <p:cNvCxnSpPr>
            <a:cxnSpLocks/>
            <a:stCxn id="24" idx="3"/>
            <a:endCxn id="14" idx="1"/>
          </p:cNvCxnSpPr>
          <p:nvPr/>
        </p:nvCxnSpPr>
        <p:spPr>
          <a:xfrm>
            <a:off x="8161378" y="1786305"/>
            <a:ext cx="1064367" cy="215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321A168-7132-925E-0DBA-F9765D595C98}"/>
              </a:ext>
            </a:extLst>
          </p:cNvPr>
          <p:cNvCxnSpPr>
            <a:cxnSpLocks/>
            <a:stCxn id="14" idx="2"/>
            <a:endCxn id="115" idx="1"/>
          </p:cNvCxnSpPr>
          <p:nvPr/>
        </p:nvCxnSpPr>
        <p:spPr>
          <a:xfrm>
            <a:off x="9877599" y="2131851"/>
            <a:ext cx="162541" cy="348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5734343-FA14-9A34-1954-96A7DCF81DBB}"/>
              </a:ext>
            </a:extLst>
          </p:cNvPr>
          <p:cNvSpPr/>
          <p:nvPr/>
        </p:nvSpPr>
        <p:spPr>
          <a:xfrm>
            <a:off x="6859506" y="1174756"/>
            <a:ext cx="1303708" cy="38452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Accident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B3E0950-B6FD-047C-2F24-5F596A1D95A8}"/>
              </a:ext>
            </a:extLst>
          </p:cNvPr>
          <p:cNvCxnSpPr>
            <a:cxnSpLocks/>
            <a:stCxn id="137" idx="3"/>
            <a:endCxn id="7" idx="1"/>
          </p:cNvCxnSpPr>
          <p:nvPr/>
        </p:nvCxnSpPr>
        <p:spPr>
          <a:xfrm>
            <a:off x="1802107" y="3780893"/>
            <a:ext cx="5065645" cy="1039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94FB5C4B-FB74-42B9-3E30-1AFE4299D998}"/>
              </a:ext>
            </a:extLst>
          </p:cNvPr>
          <p:cNvCxnSpPr>
            <a:cxnSpLocks/>
            <a:stCxn id="137" idx="3"/>
            <a:endCxn id="12" idx="1"/>
          </p:cNvCxnSpPr>
          <p:nvPr/>
        </p:nvCxnSpPr>
        <p:spPr>
          <a:xfrm flipV="1">
            <a:off x="1802107" y="3461809"/>
            <a:ext cx="5095114" cy="31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B7005C95-6D0D-0854-A7FB-AC0FB63900DF}"/>
              </a:ext>
            </a:extLst>
          </p:cNvPr>
          <p:cNvCxnSpPr>
            <a:cxnSpLocks/>
            <a:stCxn id="137" idx="3"/>
            <a:endCxn id="11" idx="1"/>
          </p:cNvCxnSpPr>
          <p:nvPr/>
        </p:nvCxnSpPr>
        <p:spPr>
          <a:xfrm>
            <a:off x="1802107" y="3780893"/>
            <a:ext cx="5098586" cy="370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A16D8660-A4DB-D169-0E7B-1DE747E84BD2}"/>
              </a:ext>
            </a:extLst>
          </p:cNvPr>
          <p:cNvSpPr/>
          <p:nvPr/>
        </p:nvSpPr>
        <p:spPr>
          <a:xfrm>
            <a:off x="9975218" y="4661293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CmcSheet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051D7DA3-0563-FB52-F7C6-80A48A704214}"/>
              </a:ext>
            </a:extLst>
          </p:cNvPr>
          <p:cNvCxnSpPr>
            <a:cxnSpLocks/>
            <a:stCxn id="16" idx="3"/>
            <a:endCxn id="46" idx="2"/>
          </p:cNvCxnSpPr>
          <p:nvPr/>
        </p:nvCxnSpPr>
        <p:spPr>
          <a:xfrm flipV="1">
            <a:off x="5220346" y="5158601"/>
            <a:ext cx="5651276" cy="788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CF9D25BC-CDD9-2B4C-BA49-57F48A55533C}"/>
              </a:ext>
            </a:extLst>
          </p:cNvPr>
          <p:cNvCxnSpPr/>
          <p:nvPr/>
        </p:nvCxnSpPr>
        <p:spPr>
          <a:xfrm>
            <a:off x="5416715" y="81107"/>
            <a:ext cx="0" cy="714380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9EE7E666-624D-2A6A-4A76-0142EDB6BB09}"/>
              </a:ext>
            </a:extLst>
          </p:cNvPr>
          <p:cNvSpPr txBox="1"/>
          <p:nvPr/>
        </p:nvSpPr>
        <p:spPr>
          <a:xfrm>
            <a:off x="443140" y="-57472"/>
            <a:ext cx="4778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 </a:t>
            </a:r>
            <a:r>
              <a:rPr lang="en-US" altLang="ja-JP" sz="36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CareBase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移行</a:t>
            </a: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</a:t>
            </a:r>
            <a:endParaRPr lang="ja-JP" altLang="en-US" sz="36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8D6B156B-E0D4-015C-5A4F-D0300F15028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802108" y="367400"/>
            <a:ext cx="5065648" cy="1271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DFAFF0AA-2FF3-C0DC-FED3-359E2E6CA4DD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802108" y="887249"/>
            <a:ext cx="5031294" cy="751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098DF7C5-5A73-5354-C1D4-ABEF08D63F73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802108" y="1638516"/>
            <a:ext cx="5055562" cy="147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6DA3D322-D790-21C7-4E52-62D7BBE1A6D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1802108" y="1367020"/>
            <a:ext cx="5057398" cy="271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0E5A0D40-3356-50F5-73F6-97FB27E8A973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63214" y="1367020"/>
            <a:ext cx="1062531" cy="634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F5004E51-303C-C6ED-6D14-56D6F1E54661}"/>
              </a:ext>
            </a:extLst>
          </p:cNvPr>
          <p:cNvCxnSpPr>
            <a:cxnSpLocks/>
            <a:stCxn id="12" idx="3"/>
            <a:endCxn id="102" idx="1"/>
          </p:cNvCxnSpPr>
          <p:nvPr/>
        </p:nvCxnSpPr>
        <p:spPr>
          <a:xfrm flipV="1">
            <a:off x="8203465" y="3386376"/>
            <a:ext cx="1836675" cy="75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D1A1CEFE-6F60-9887-FBBC-EFF2B92EBD1E}"/>
              </a:ext>
            </a:extLst>
          </p:cNvPr>
          <p:cNvCxnSpPr>
            <a:cxnSpLocks/>
            <a:stCxn id="11" idx="3"/>
            <a:endCxn id="104" idx="1"/>
          </p:cNvCxnSpPr>
          <p:nvPr/>
        </p:nvCxnSpPr>
        <p:spPr>
          <a:xfrm flipV="1">
            <a:off x="8206937" y="4030718"/>
            <a:ext cx="1833203" cy="120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8A55EF2-B513-0D91-C40B-25EEBB67C881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8171464" y="367400"/>
            <a:ext cx="1723693" cy="34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CBB797F-4559-25BE-DF50-940BD428CEDB}"/>
              </a:ext>
            </a:extLst>
          </p:cNvPr>
          <p:cNvCxnSpPr>
            <a:cxnSpLocks/>
            <a:stCxn id="23" idx="3"/>
            <a:endCxn id="22" idx="1"/>
          </p:cNvCxnSpPr>
          <p:nvPr/>
        </p:nvCxnSpPr>
        <p:spPr>
          <a:xfrm flipV="1">
            <a:off x="8137110" y="402152"/>
            <a:ext cx="1758047" cy="485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Picture 15" descr="PE01729_">
            <a:extLst>
              <a:ext uri="{FF2B5EF4-FFF2-40B4-BE49-F238E27FC236}">
                <a16:creationId xmlns:a16="http://schemas.microsoft.com/office/drawing/2014/main" id="{944BD375-70BF-D5A0-70EF-9F265FB32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192" y="725881"/>
            <a:ext cx="898422" cy="951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170EDA80-D0EA-C053-6735-440A3C4B2CC4}"/>
              </a:ext>
            </a:extLst>
          </p:cNvPr>
          <p:cNvSpPr/>
          <p:nvPr/>
        </p:nvSpPr>
        <p:spPr>
          <a:xfrm>
            <a:off x="10040140" y="3199668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施設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8ECF956A-FE95-3439-330C-B0AAE9B1A84A}"/>
              </a:ext>
            </a:extLst>
          </p:cNvPr>
          <p:cNvSpPr/>
          <p:nvPr/>
        </p:nvSpPr>
        <p:spPr>
          <a:xfrm>
            <a:off x="10040140" y="3844010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入居者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86C17E53-A344-A32D-62E6-F9E35F54394B}"/>
              </a:ext>
            </a:extLst>
          </p:cNvPr>
          <p:cNvSpPr txBox="1"/>
          <p:nvPr/>
        </p:nvSpPr>
        <p:spPr>
          <a:xfrm>
            <a:off x="2906605" y="850009"/>
            <a:ext cx="1555424" cy="367283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3" name="TextBox 31">
            <a:extLst>
              <a:ext uri="{FF2B5EF4-FFF2-40B4-BE49-F238E27FC236}">
                <a16:creationId xmlns:a16="http://schemas.microsoft.com/office/drawing/2014/main" id="{1287C0A3-78F8-DF42-1684-C00A7B498101}"/>
              </a:ext>
            </a:extLst>
          </p:cNvPr>
          <p:cNvSpPr txBox="1"/>
          <p:nvPr/>
        </p:nvSpPr>
        <p:spPr>
          <a:xfrm>
            <a:off x="3559509" y="591833"/>
            <a:ext cx="901209" cy="69429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Agent</a:t>
            </a:r>
          </a:p>
        </p:txBody>
      </p:sp>
      <p:pic>
        <p:nvPicPr>
          <p:cNvPr id="124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C6044944-28F0-DEF2-21E9-6BAA9383A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596" y="661970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31">
            <a:extLst>
              <a:ext uri="{FF2B5EF4-FFF2-40B4-BE49-F238E27FC236}">
                <a16:creationId xmlns:a16="http://schemas.microsoft.com/office/drawing/2014/main" id="{4E662F1E-CBF7-DF18-183C-111D8D7EFEF7}"/>
              </a:ext>
            </a:extLst>
          </p:cNvPr>
          <p:cNvSpPr txBox="1"/>
          <p:nvPr/>
        </p:nvSpPr>
        <p:spPr>
          <a:xfrm>
            <a:off x="3017571" y="2475478"/>
            <a:ext cx="1513556" cy="69429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中継サーバー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(Linux</a:t>
            </a: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7" name="四角形: 角を丸くする 126">
            <a:extLst>
              <a:ext uri="{FF2B5EF4-FFF2-40B4-BE49-F238E27FC236}">
                <a16:creationId xmlns:a16="http://schemas.microsoft.com/office/drawing/2014/main" id="{DEA04AAE-559B-734B-9854-E9A3D48A61F8}"/>
              </a:ext>
            </a:extLst>
          </p:cNvPr>
          <p:cNvSpPr/>
          <p:nvPr/>
        </p:nvSpPr>
        <p:spPr>
          <a:xfrm>
            <a:off x="5808717" y="115417"/>
            <a:ext cx="698504" cy="632557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ja-JP" dirty="0"/>
              <a:t>Data Connection</a:t>
            </a:r>
            <a:endParaRPr kumimoji="1" lang="ja-JP" altLang="en-US" dirty="0"/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229E6EFD-2DDD-B24A-80C1-C6B38D4ECA43}"/>
              </a:ext>
            </a:extLst>
          </p:cNvPr>
          <p:cNvSpPr txBox="1"/>
          <p:nvPr/>
        </p:nvSpPr>
        <p:spPr>
          <a:xfrm>
            <a:off x="2984201" y="3725862"/>
            <a:ext cx="1624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データをマウント</a:t>
            </a:r>
            <a:endParaRPr kumimoji="1" lang="ja-JP" altLang="en-US" sz="1600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83B729D-DC52-7D81-26C4-06832089A703}"/>
              </a:ext>
            </a:extLst>
          </p:cNvPr>
          <p:cNvSpPr txBox="1"/>
          <p:nvPr/>
        </p:nvSpPr>
        <p:spPr>
          <a:xfrm>
            <a:off x="2035133" y="180374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IIJ</a:t>
            </a:r>
            <a:r>
              <a:rPr kumimoji="1" lang="ja-JP" altLang="en-US" sz="1400" dirty="0"/>
              <a:t>経由</a:t>
            </a:r>
          </a:p>
        </p:txBody>
      </p:sp>
      <p:sp>
        <p:nvSpPr>
          <p:cNvPr id="133" name="四角形: 角を丸くする 132">
            <a:extLst>
              <a:ext uri="{FF2B5EF4-FFF2-40B4-BE49-F238E27FC236}">
                <a16:creationId xmlns:a16="http://schemas.microsoft.com/office/drawing/2014/main" id="{0039A19E-5635-27E4-CBC8-58E1C3F1116C}"/>
              </a:ext>
            </a:extLst>
          </p:cNvPr>
          <p:cNvSpPr/>
          <p:nvPr/>
        </p:nvSpPr>
        <p:spPr>
          <a:xfrm>
            <a:off x="12043192" y="1881167"/>
            <a:ext cx="1459736" cy="60753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CMC</a:t>
            </a:r>
            <a:endParaRPr kumimoji="1" lang="ja-JP" altLang="en-US" sz="2000" dirty="0"/>
          </a:p>
        </p:txBody>
      </p:sp>
      <p:sp>
        <p:nvSpPr>
          <p:cNvPr id="134" name="四角形: 角を丸くする 133">
            <a:extLst>
              <a:ext uri="{FF2B5EF4-FFF2-40B4-BE49-F238E27FC236}">
                <a16:creationId xmlns:a16="http://schemas.microsoft.com/office/drawing/2014/main" id="{82A4003F-261B-F7FE-B407-DA59359EF1FC}"/>
              </a:ext>
            </a:extLst>
          </p:cNvPr>
          <p:cNvSpPr/>
          <p:nvPr/>
        </p:nvSpPr>
        <p:spPr>
          <a:xfrm>
            <a:off x="12080867" y="4532771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情報収集シート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1E442185-2A7C-1F39-7BA3-AC84D0B64799}"/>
              </a:ext>
            </a:extLst>
          </p:cNvPr>
          <p:cNvSpPr txBox="1"/>
          <p:nvPr/>
        </p:nvSpPr>
        <p:spPr>
          <a:xfrm>
            <a:off x="3826608" y="6896733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AWS</a:t>
            </a:r>
            <a:endParaRPr kumimoji="1" lang="ja-JP" altLang="en-US" sz="2400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948DA3FA-65F7-7E24-3061-93C65EFAEFAC}"/>
              </a:ext>
            </a:extLst>
          </p:cNvPr>
          <p:cNvSpPr txBox="1"/>
          <p:nvPr/>
        </p:nvSpPr>
        <p:spPr>
          <a:xfrm>
            <a:off x="5544848" y="687111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新分析環境</a:t>
            </a:r>
            <a:endParaRPr kumimoji="1" lang="en-US" altLang="ja-JP" sz="2400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A1AB61EC-F9E3-0E43-F87E-395D8E0317E9}"/>
              </a:ext>
            </a:extLst>
          </p:cNvPr>
          <p:cNvSpPr txBox="1"/>
          <p:nvPr/>
        </p:nvSpPr>
        <p:spPr>
          <a:xfrm>
            <a:off x="235391" y="2837386"/>
            <a:ext cx="1566716" cy="188701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8" name="グラフィックス 137" descr="データベース 枠線">
            <a:extLst>
              <a:ext uri="{FF2B5EF4-FFF2-40B4-BE49-F238E27FC236}">
                <a16:creationId xmlns:a16="http://schemas.microsoft.com/office/drawing/2014/main" id="{0B9FB4D6-E9DB-20DC-BDA7-22D51E7E2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7833" y="1522956"/>
            <a:ext cx="764340" cy="764340"/>
          </a:xfrm>
          <a:prstGeom prst="rect">
            <a:avLst/>
          </a:prstGeom>
        </p:spPr>
      </p:pic>
      <p:sp>
        <p:nvSpPr>
          <p:cNvPr id="139" name="TextBox 31">
            <a:extLst>
              <a:ext uri="{FF2B5EF4-FFF2-40B4-BE49-F238E27FC236}">
                <a16:creationId xmlns:a16="http://schemas.microsoft.com/office/drawing/2014/main" id="{99269440-FF6F-A360-86F4-1E9CF332A1EF}"/>
              </a:ext>
            </a:extLst>
          </p:cNvPr>
          <p:cNvSpPr txBox="1"/>
          <p:nvPr/>
        </p:nvSpPr>
        <p:spPr>
          <a:xfrm>
            <a:off x="658950" y="4241954"/>
            <a:ext cx="976549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PF</a:t>
            </a:r>
          </a:p>
        </p:txBody>
      </p:sp>
      <p:pic>
        <p:nvPicPr>
          <p:cNvPr id="140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0C2F4D12-2427-7A38-21DB-495CD71D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" y="2961920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TextBox 31">
            <a:extLst>
              <a:ext uri="{FF2B5EF4-FFF2-40B4-BE49-F238E27FC236}">
                <a16:creationId xmlns:a16="http://schemas.microsoft.com/office/drawing/2014/main" id="{19041CC5-4264-1B89-2D97-B2821F924C61}"/>
              </a:ext>
            </a:extLst>
          </p:cNvPr>
          <p:cNvSpPr txBox="1"/>
          <p:nvPr/>
        </p:nvSpPr>
        <p:spPr>
          <a:xfrm>
            <a:off x="861726" y="3006846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pic>
        <p:nvPicPr>
          <p:cNvPr id="125" name="グラフィックス 124" descr="データベース 単色塗りつぶし">
            <a:extLst>
              <a:ext uri="{FF2B5EF4-FFF2-40B4-BE49-F238E27FC236}">
                <a16:creationId xmlns:a16="http://schemas.microsoft.com/office/drawing/2014/main" id="{93E64203-B058-C13F-9AE2-A2799937D4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512" y="3320550"/>
            <a:ext cx="993563" cy="993563"/>
          </a:xfrm>
          <a:prstGeom prst="rect">
            <a:avLst/>
          </a:prstGeom>
        </p:spPr>
      </p:pic>
      <p:sp>
        <p:nvSpPr>
          <p:cNvPr id="160" name="テキスト ボックス 159">
            <a:extLst>
              <a:ext uri="{FF2B5EF4-FFF2-40B4-BE49-F238E27FC236}">
                <a16:creationId xmlns:a16="http://schemas.microsoft.com/office/drawing/2014/main" id="{74A18530-67BB-A343-F868-D67624226512}"/>
              </a:ext>
            </a:extLst>
          </p:cNvPr>
          <p:cNvSpPr txBox="1"/>
          <p:nvPr/>
        </p:nvSpPr>
        <p:spPr>
          <a:xfrm>
            <a:off x="12114567" y="2591343"/>
            <a:ext cx="160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アセス画面へ</a:t>
            </a:r>
            <a:r>
              <a:rPr kumimoji="1" lang="en-US" altLang="ja-JP" sz="1400" b="1" dirty="0"/>
              <a:t>jump</a:t>
            </a:r>
            <a:endParaRPr kumimoji="1" lang="ja-JP" altLang="en-US" sz="1400" b="1" dirty="0"/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EB7A42A0-1CA1-50B6-7C87-CB50A0158CC1}"/>
              </a:ext>
            </a:extLst>
          </p:cNvPr>
          <p:cNvSpPr txBox="1"/>
          <p:nvPr/>
        </p:nvSpPr>
        <p:spPr>
          <a:xfrm>
            <a:off x="307819" y="5382628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9A0D6E37-997A-EF86-27C1-509E83F80103}"/>
              </a:ext>
            </a:extLst>
          </p:cNvPr>
          <p:cNvSpPr txBox="1"/>
          <p:nvPr/>
        </p:nvSpPr>
        <p:spPr>
          <a:xfrm>
            <a:off x="451716" y="6236650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ほのぼの</a:t>
            </a:r>
          </a:p>
        </p:txBody>
      </p:sp>
      <p:pic>
        <p:nvPicPr>
          <p:cNvPr id="163" name="グラフィックス 162" descr="データベース 枠線">
            <a:extLst>
              <a:ext uri="{FF2B5EF4-FFF2-40B4-BE49-F238E27FC236}">
                <a16:creationId xmlns:a16="http://schemas.microsoft.com/office/drawing/2014/main" id="{5DCA7FFC-42FC-CD03-43D8-1C6B62223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545" y="5598258"/>
            <a:ext cx="764340" cy="764340"/>
          </a:xfrm>
          <a:prstGeom prst="rect">
            <a:avLst/>
          </a:prstGeom>
        </p:spPr>
      </p:pic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1E78DE13-1F10-D625-FDB5-CB93C90471FB}"/>
              </a:ext>
            </a:extLst>
          </p:cNvPr>
          <p:cNvSpPr txBox="1"/>
          <p:nvPr/>
        </p:nvSpPr>
        <p:spPr>
          <a:xfrm>
            <a:off x="469428" y="5375139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D673D2B2-6C83-484B-7CF8-FD92C5C6E692}"/>
              </a:ext>
            </a:extLst>
          </p:cNvPr>
          <p:cNvSpPr txBox="1"/>
          <p:nvPr/>
        </p:nvSpPr>
        <p:spPr>
          <a:xfrm>
            <a:off x="325525" y="6792718"/>
            <a:ext cx="1309974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ND</a:t>
            </a: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の管理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3BAF3316-463A-5A1D-F81F-E7592236C5AD}"/>
              </a:ext>
            </a:extLst>
          </p:cNvPr>
          <p:cNvSpPr txBox="1"/>
          <p:nvPr/>
        </p:nvSpPr>
        <p:spPr>
          <a:xfrm>
            <a:off x="1761099" y="6792717"/>
            <a:ext cx="2291012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Sales Force</a:t>
            </a: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の管理</a:t>
            </a:r>
          </a:p>
        </p:txBody>
      </p:sp>
      <p:pic>
        <p:nvPicPr>
          <p:cNvPr id="168" name="Picture 69">
            <a:extLst>
              <a:ext uri="{FF2B5EF4-FFF2-40B4-BE49-F238E27FC236}">
                <a16:creationId xmlns:a16="http://schemas.microsoft.com/office/drawing/2014/main" id="{A148BF2F-1A74-A278-2572-339C780CE1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2244" y="3404252"/>
            <a:ext cx="974055" cy="2446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F7C8FD6F-CEA1-EFD9-3536-192590858D3A}"/>
              </a:ext>
            </a:extLst>
          </p:cNvPr>
          <p:cNvSpPr txBox="1"/>
          <p:nvPr/>
        </p:nvSpPr>
        <p:spPr>
          <a:xfrm>
            <a:off x="9393262" y="5266793"/>
            <a:ext cx="2906565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highlight>
                  <a:srgbClr val="F2F2F2"/>
                </a:highlight>
              </a:rPr>
              <a:t>＜アセスの入力データを使用＞</a:t>
            </a:r>
            <a:endParaRPr lang="en-US" altLang="ja-JP" sz="1600" dirty="0">
              <a:highlight>
                <a:srgbClr val="F2F2F2"/>
              </a:highlight>
            </a:endParaRPr>
          </a:p>
          <a:p>
            <a:r>
              <a:rPr lang="ja-JP" altLang="en-US" sz="1600" dirty="0">
                <a:highlight>
                  <a:srgbClr val="F2F2F2"/>
                </a:highlight>
              </a:rPr>
              <a:t>・身長</a:t>
            </a:r>
            <a:endParaRPr lang="en-US" altLang="ja-JP" sz="1600" dirty="0">
              <a:highlight>
                <a:srgbClr val="F2F2F2"/>
              </a:highlight>
            </a:endParaRPr>
          </a:p>
          <a:p>
            <a:r>
              <a:rPr kumimoji="1" lang="ja-JP" altLang="en-US" sz="1600" dirty="0">
                <a:highlight>
                  <a:srgbClr val="F2F2F2"/>
                </a:highlight>
              </a:rPr>
              <a:t>・褥瘡処置有無</a:t>
            </a:r>
            <a:endParaRPr kumimoji="1" lang="en-US" altLang="ja-JP" sz="1600" dirty="0">
              <a:highlight>
                <a:srgbClr val="F2F2F2"/>
              </a:highlight>
            </a:endParaRPr>
          </a:p>
          <a:p>
            <a:r>
              <a:rPr kumimoji="1" lang="ja-JP" altLang="en-US" sz="1600" dirty="0">
                <a:highlight>
                  <a:srgbClr val="F2F2F2"/>
                </a:highlight>
              </a:rPr>
              <a:t>・経管栄養有無</a:t>
            </a:r>
            <a:endParaRPr kumimoji="1" lang="en-US" altLang="ja-JP" sz="1600" dirty="0">
              <a:highlight>
                <a:srgbClr val="F2F2F2"/>
              </a:highlight>
            </a:endParaRPr>
          </a:p>
          <a:p>
            <a:r>
              <a:rPr lang="ja-JP" altLang="en-US" sz="1600" dirty="0">
                <a:highlight>
                  <a:srgbClr val="F2F2F2"/>
                </a:highlight>
              </a:rPr>
              <a:t>・自立支援情報</a:t>
            </a:r>
            <a:endParaRPr kumimoji="1" lang="ja-JP" altLang="en-US" sz="1600" dirty="0">
              <a:highlight>
                <a:srgbClr val="F2F2F2"/>
              </a:highlight>
            </a:endParaRP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57DC955A-7B72-E60A-2B5A-168D096564F2}"/>
              </a:ext>
            </a:extLst>
          </p:cNvPr>
          <p:cNvSpPr txBox="1"/>
          <p:nvPr/>
        </p:nvSpPr>
        <p:spPr>
          <a:xfrm>
            <a:off x="7063440" y="5590012"/>
            <a:ext cx="2390398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最新アセス情報</a:t>
            </a:r>
            <a:endParaRPr kumimoji="1" lang="ja-JP" altLang="en-US" dirty="0"/>
          </a:p>
        </p:txBody>
      </p:sp>
      <p:sp>
        <p:nvSpPr>
          <p:cNvPr id="171" name="テキスト ボックス 170">
            <a:extLst>
              <a:ext uri="{FF2B5EF4-FFF2-40B4-BE49-F238E27FC236}">
                <a16:creationId xmlns:a16="http://schemas.microsoft.com/office/drawing/2014/main" id="{F3FDB1AF-410D-0EEF-F89B-9549FDF446E3}"/>
              </a:ext>
            </a:extLst>
          </p:cNvPr>
          <p:cNvSpPr txBox="1"/>
          <p:nvPr/>
        </p:nvSpPr>
        <p:spPr>
          <a:xfrm>
            <a:off x="6823246" y="2028324"/>
            <a:ext cx="1519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Vital</a:t>
            </a:r>
            <a:r>
              <a:rPr kumimoji="1" lang="ja-JP" altLang="en-US" sz="1600" dirty="0"/>
              <a:t>以外</a:t>
            </a:r>
            <a:r>
              <a:rPr kumimoji="1" lang="en-US" altLang="ja-JP" sz="1600" dirty="0"/>
              <a:t>6</a:t>
            </a:r>
            <a:r>
              <a:rPr kumimoji="1" lang="ja-JP" altLang="en-US" sz="1600" dirty="0"/>
              <a:t>か月</a:t>
            </a:r>
            <a:endParaRPr kumimoji="1" lang="en-US" altLang="ja-JP" sz="1600" dirty="0"/>
          </a:p>
          <a:p>
            <a:r>
              <a:rPr lang="en-US" altLang="ja-JP" sz="1600" dirty="0"/>
              <a:t>Vital</a:t>
            </a:r>
            <a:r>
              <a:rPr lang="ja-JP" altLang="en-US" sz="1600" dirty="0"/>
              <a:t>のみ</a:t>
            </a:r>
            <a:r>
              <a:rPr lang="en-US" altLang="ja-JP" sz="1600" dirty="0"/>
              <a:t>7</a:t>
            </a:r>
            <a:r>
              <a:rPr lang="ja-JP" altLang="en-US" sz="1600" dirty="0"/>
              <a:t>か月</a:t>
            </a:r>
            <a:endParaRPr kumimoji="1" lang="ja-JP" altLang="en-US" sz="1600" dirty="0"/>
          </a:p>
        </p:txBody>
      </p: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3BFFEBDF-2376-BEE8-848A-7A76EA311EBD}"/>
              </a:ext>
            </a:extLst>
          </p:cNvPr>
          <p:cNvCxnSpPr>
            <a:cxnSpLocks/>
            <a:stCxn id="24" idx="3"/>
            <a:endCxn id="46" idx="1"/>
          </p:cNvCxnSpPr>
          <p:nvPr/>
        </p:nvCxnSpPr>
        <p:spPr>
          <a:xfrm>
            <a:off x="8161378" y="1786305"/>
            <a:ext cx="1813840" cy="3123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DB0EE242-9A0E-2BDA-6BF7-3BD38E3564D3}"/>
              </a:ext>
            </a:extLst>
          </p:cNvPr>
          <p:cNvCxnSpPr>
            <a:stCxn id="161" idx="0"/>
            <a:endCxn id="137" idx="2"/>
          </p:cNvCxnSpPr>
          <p:nvPr/>
        </p:nvCxnSpPr>
        <p:spPr>
          <a:xfrm flipV="1">
            <a:off x="963982" y="4724399"/>
            <a:ext cx="54767" cy="658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E7E69AD3-ABC8-4980-513D-3D2280911718}"/>
              </a:ext>
            </a:extLst>
          </p:cNvPr>
          <p:cNvCxnSpPr>
            <a:cxnSpLocks/>
            <a:endCxn id="137" idx="2"/>
          </p:cNvCxnSpPr>
          <p:nvPr/>
        </p:nvCxnSpPr>
        <p:spPr>
          <a:xfrm flipH="1" flipV="1">
            <a:off x="1018749" y="4724399"/>
            <a:ext cx="1677572" cy="667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739A64-70FA-0687-4E42-CFF0AD3FAB31}"/>
              </a:ext>
            </a:extLst>
          </p:cNvPr>
          <p:cNvSpPr txBox="1"/>
          <p:nvPr/>
        </p:nvSpPr>
        <p:spPr>
          <a:xfrm>
            <a:off x="2115641" y="5401601"/>
            <a:ext cx="124906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外部</a:t>
            </a:r>
            <a:r>
              <a:rPr lang="en-US" altLang="ja-JP" sz="1956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Saas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6" name="雲 5">
            <a:extLst>
              <a:ext uri="{FF2B5EF4-FFF2-40B4-BE49-F238E27FC236}">
                <a16:creationId xmlns:a16="http://schemas.microsoft.com/office/drawing/2014/main" id="{5D813072-903A-FA58-225D-04A64EC3E558}"/>
              </a:ext>
            </a:extLst>
          </p:cNvPr>
          <p:cNvSpPr/>
          <p:nvPr/>
        </p:nvSpPr>
        <p:spPr>
          <a:xfrm>
            <a:off x="2054467" y="5892196"/>
            <a:ext cx="1394366" cy="663849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SFA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4208279A-E8E6-D7E5-416C-24D3CE35AECB}"/>
              </a:ext>
            </a:extLst>
          </p:cNvPr>
          <p:cNvSpPr/>
          <p:nvPr/>
        </p:nvSpPr>
        <p:spPr>
          <a:xfrm>
            <a:off x="9908981" y="760084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RDP-Incident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11C222E-FF7F-878F-A962-06E18DB1727B}"/>
              </a:ext>
            </a:extLst>
          </p:cNvPr>
          <p:cNvSpPr/>
          <p:nvPr/>
        </p:nvSpPr>
        <p:spPr>
          <a:xfrm>
            <a:off x="9931863" y="1320207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RDP-Vital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2880FB56-BD7D-654F-CAF9-2BB16D20751E}"/>
              </a:ext>
            </a:extLst>
          </p:cNvPr>
          <p:cNvCxnSpPr>
            <a:cxnSpLocks/>
            <a:stCxn id="37" idx="3"/>
            <a:endCxn id="17" idx="1"/>
          </p:cNvCxnSpPr>
          <p:nvPr/>
        </p:nvCxnSpPr>
        <p:spPr>
          <a:xfrm flipV="1">
            <a:off x="8163214" y="946792"/>
            <a:ext cx="1745767" cy="420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964F848E-284D-7C1A-36E4-2F496DEF0FE3}"/>
              </a:ext>
            </a:extLst>
          </p:cNvPr>
          <p:cNvCxnSpPr>
            <a:cxnSpLocks/>
            <a:stCxn id="24" idx="3"/>
            <a:endCxn id="19" idx="1"/>
          </p:cNvCxnSpPr>
          <p:nvPr/>
        </p:nvCxnSpPr>
        <p:spPr>
          <a:xfrm flipV="1">
            <a:off x="8161378" y="1506915"/>
            <a:ext cx="1770485" cy="279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8431AC42-D019-4B5C-B88E-5BEAA1EDA212}"/>
              </a:ext>
            </a:extLst>
          </p:cNvPr>
          <p:cNvCxnSpPr>
            <a:stCxn id="22" idx="3"/>
            <a:endCxn id="133" idx="1"/>
          </p:cNvCxnSpPr>
          <p:nvPr/>
        </p:nvCxnSpPr>
        <p:spPr>
          <a:xfrm>
            <a:off x="11627555" y="402152"/>
            <a:ext cx="415637" cy="1782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65611C72-B0EA-5A9B-08E3-6C4DADCBE6F2}"/>
              </a:ext>
            </a:extLst>
          </p:cNvPr>
          <p:cNvCxnSpPr>
            <a:stCxn id="17" idx="3"/>
            <a:endCxn id="133" idx="1"/>
          </p:cNvCxnSpPr>
          <p:nvPr/>
        </p:nvCxnSpPr>
        <p:spPr>
          <a:xfrm>
            <a:off x="11641379" y="946792"/>
            <a:ext cx="401813" cy="1238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62F684D7-59AD-9CA7-5429-BDF01072FE80}"/>
              </a:ext>
            </a:extLst>
          </p:cNvPr>
          <p:cNvCxnSpPr>
            <a:stCxn id="19" idx="3"/>
            <a:endCxn id="133" idx="1"/>
          </p:cNvCxnSpPr>
          <p:nvPr/>
        </p:nvCxnSpPr>
        <p:spPr>
          <a:xfrm>
            <a:off x="11664261" y="1506915"/>
            <a:ext cx="378931" cy="678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CED756D8-1CEE-AA00-9273-FA04A23DB38C}"/>
              </a:ext>
            </a:extLst>
          </p:cNvPr>
          <p:cNvCxnSpPr>
            <a:cxnSpLocks/>
            <a:stCxn id="102" idx="3"/>
            <a:endCxn id="133" idx="1"/>
          </p:cNvCxnSpPr>
          <p:nvPr/>
        </p:nvCxnSpPr>
        <p:spPr>
          <a:xfrm flipV="1">
            <a:off x="11772538" y="2184932"/>
            <a:ext cx="270654" cy="1201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BC2A3051-98A1-3B80-AA4F-476641F42E95}"/>
              </a:ext>
            </a:extLst>
          </p:cNvPr>
          <p:cNvCxnSpPr>
            <a:stCxn id="104" idx="3"/>
            <a:endCxn id="133" idx="1"/>
          </p:cNvCxnSpPr>
          <p:nvPr/>
        </p:nvCxnSpPr>
        <p:spPr>
          <a:xfrm flipV="1">
            <a:off x="11772538" y="2184932"/>
            <a:ext cx="270654" cy="1845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70160AEA-B8BC-0FF4-5137-0712804C8BBA}"/>
              </a:ext>
            </a:extLst>
          </p:cNvPr>
          <p:cNvSpPr txBox="1"/>
          <p:nvPr/>
        </p:nvSpPr>
        <p:spPr>
          <a:xfrm>
            <a:off x="6962870" y="51615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入居状況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DE4A3767-6330-E63B-BE3A-D604F13D857A}"/>
              </a:ext>
            </a:extLst>
          </p:cNvPr>
          <p:cNvSpPr txBox="1"/>
          <p:nvPr/>
        </p:nvSpPr>
        <p:spPr>
          <a:xfrm>
            <a:off x="12101769" y="3001766"/>
            <a:ext cx="2392001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URL</a:t>
            </a:r>
            <a:r>
              <a:rPr kumimoji="1" lang="ja-JP" altLang="en-US" sz="1600" dirty="0"/>
              <a:t>リンクで</a:t>
            </a:r>
            <a:r>
              <a:rPr kumimoji="1" lang="en-US" altLang="ja-JP" sz="1600" dirty="0" err="1"/>
              <a:t>CareBase</a:t>
            </a:r>
            <a:r>
              <a:rPr kumimoji="1" lang="ja-JP" altLang="en-US" sz="1600" dirty="0"/>
              <a:t>の</a:t>
            </a:r>
            <a:endParaRPr kumimoji="1" lang="en-US" altLang="ja-JP" sz="1600" dirty="0"/>
          </a:p>
          <a:p>
            <a:r>
              <a:rPr kumimoji="1" lang="ja-JP" altLang="en-US" sz="1600" dirty="0"/>
              <a:t>ログイン画面を表示</a:t>
            </a:r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562349EB-E5C6-4BB7-D83F-B3C56F7C7A07}"/>
              </a:ext>
            </a:extLst>
          </p:cNvPr>
          <p:cNvCxnSpPr>
            <a:cxnSpLocks/>
            <a:stCxn id="46" idx="3"/>
            <a:endCxn id="134" idx="1"/>
          </p:cNvCxnSpPr>
          <p:nvPr/>
        </p:nvCxnSpPr>
        <p:spPr>
          <a:xfrm>
            <a:off x="11768025" y="4909947"/>
            <a:ext cx="312842" cy="42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575D8DE1-8F7C-50C4-99CC-EB43265D3C6F}"/>
              </a:ext>
            </a:extLst>
          </p:cNvPr>
          <p:cNvCxnSpPr>
            <a:cxnSpLocks/>
            <a:stCxn id="14" idx="2"/>
            <a:endCxn id="46" idx="1"/>
          </p:cNvCxnSpPr>
          <p:nvPr/>
        </p:nvCxnSpPr>
        <p:spPr>
          <a:xfrm>
            <a:off x="9877599" y="2131851"/>
            <a:ext cx="97619" cy="277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106C5E3F-C2A3-4118-079B-DED1DB16301B}"/>
              </a:ext>
            </a:extLst>
          </p:cNvPr>
          <p:cNvSpPr/>
          <p:nvPr/>
        </p:nvSpPr>
        <p:spPr>
          <a:xfrm>
            <a:off x="10040140" y="2293459"/>
            <a:ext cx="1732398" cy="3734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RDP-Alertv3</a:t>
            </a:r>
          </a:p>
        </p:txBody>
      </p: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9B9FBD81-E81C-0C77-89EC-0BB0FCD2761D}"/>
              </a:ext>
            </a:extLst>
          </p:cNvPr>
          <p:cNvCxnSpPr>
            <a:stCxn id="115" idx="3"/>
            <a:endCxn id="133" idx="1"/>
          </p:cNvCxnSpPr>
          <p:nvPr/>
        </p:nvCxnSpPr>
        <p:spPr>
          <a:xfrm flipV="1">
            <a:off x="11772538" y="2184932"/>
            <a:ext cx="270654" cy="295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>
            <a:extLst>
              <a:ext uri="{FF2B5EF4-FFF2-40B4-BE49-F238E27FC236}">
                <a16:creationId xmlns:a16="http://schemas.microsoft.com/office/drawing/2014/main" id="{52327F82-4504-68D5-CC94-418302868BC0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8171464" y="367400"/>
            <a:ext cx="1803754" cy="4542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148">
            <a:extLst>
              <a:ext uri="{FF2B5EF4-FFF2-40B4-BE49-F238E27FC236}">
                <a16:creationId xmlns:a16="http://schemas.microsoft.com/office/drawing/2014/main" id="{61FA9625-2DC5-8398-E144-3E13112C12EA}"/>
              </a:ext>
            </a:extLst>
          </p:cNvPr>
          <p:cNvCxnSpPr>
            <a:cxnSpLocks/>
            <a:stCxn id="23" idx="3"/>
            <a:endCxn id="46" idx="1"/>
          </p:cNvCxnSpPr>
          <p:nvPr/>
        </p:nvCxnSpPr>
        <p:spPr>
          <a:xfrm>
            <a:off x="8137110" y="887249"/>
            <a:ext cx="1838108" cy="4022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四角形: 角を丸くする 184">
            <a:extLst>
              <a:ext uri="{FF2B5EF4-FFF2-40B4-BE49-F238E27FC236}">
                <a16:creationId xmlns:a16="http://schemas.microsoft.com/office/drawing/2014/main" id="{BC38A13A-C6C9-F7CE-D96C-A852D9BB1648}"/>
              </a:ext>
            </a:extLst>
          </p:cNvPr>
          <p:cNvSpPr/>
          <p:nvPr/>
        </p:nvSpPr>
        <p:spPr>
          <a:xfrm>
            <a:off x="11915055" y="5777909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処方箋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187" name="直線矢印コネクタ 186">
            <a:extLst>
              <a:ext uri="{FF2B5EF4-FFF2-40B4-BE49-F238E27FC236}">
                <a16:creationId xmlns:a16="http://schemas.microsoft.com/office/drawing/2014/main" id="{C0C1E74E-BED5-8FB1-5B59-93D33664561F}"/>
              </a:ext>
            </a:extLst>
          </p:cNvPr>
          <p:cNvCxnSpPr>
            <a:stCxn id="185" idx="0"/>
            <a:endCxn id="134" idx="2"/>
          </p:cNvCxnSpPr>
          <p:nvPr/>
        </p:nvCxnSpPr>
        <p:spPr>
          <a:xfrm flipH="1" flipV="1">
            <a:off x="12810735" y="5372177"/>
            <a:ext cx="724" cy="405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四角形: 角を丸くする 187">
            <a:extLst>
              <a:ext uri="{FF2B5EF4-FFF2-40B4-BE49-F238E27FC236}">
                <a16:creationId xmlns:a16="http://schemas.microsoft.com/office/drawing/2014/main" id="{8231364B-046E-F9C0-E63D-834928D4DD50}"/>
              </a:ext>
            </a:extLst>
          </p:cNvPr>
          <p:cNvSpPr/>
          <p:nvPr/>
        </p:nvSpPr>
        <p:spPr>
          <a:xfrm>
            <a:off x="11877733" y="6383343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現病歴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89" name="四角形: 角を丸くする 188">
            <a:extLst>
              <a:ext uri="{FF2B5EF4-FFF2-40B4-BE49-F238E27FC236}">
                <a16:creationId xmlns:a16="http://schemas.microsoft.com/office/drawing/2014/main" id="{F70FF8A7-1282-C942-D785-4B7FD937EE5B}"/>
              </a:ext>
            </a:extLst>
          </p:cNvPr>
          <p:cNvSpPr/>
          <p:nvPr/>
        </p:nvSpPr>
        <p:spPr>
          <a:xfrm>
            <a:off x="11876656" y="6991269"/>
            <a:ext cx="1792807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RDP-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既往歴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191" name="直線矢印コネクタ 190">
            <a:extLst>
              <a:ext uri="{FF2B5EF4-FFF2-40B4-BE49-F238E27FC236}">
                <a16:creationId xmlns:a16="http://schemas.microsoft.com/office/drawing/2014/main" id="{196A176F-E6CE-3317-33B1-F8B4BF05411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220346" y="5947156"/>
            <a:ext cx="6615027" cy="129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線矢印コネクタ 192">
            <a:extLst>
              <a:ext uri="{FF2B5EF4-FFF2-40B4-BE49-F238E27FC236}">
                <a16:creationId xmlns:a16="http://schemas.microsoft.com/office/drawing/2014/main" id="{20B68334-547E-ECEF-1759-40D4C9722BD2}"/>
              </a:ext>
            </a:extLst>
          </p:cNvPr>
          <p:cNvCxnSpPr>
            <a:cxnSpLocks/>
            <a:stCxn id="16" idx="3"/>
            <a:endCxn id="188" idx="1"/>
          </p:cNvCxnSpPr>
          <p:nvPr/>
        </p:nvCxnSpPr>
        <p:spPr>
          <a:xfrm>
            <a:off x="5220346" y="5947156"/>
            <a:ext cx="6657387" cy="684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>
            <a:extLst>
              <a:ext uri="{FF2B5EF4-FFF2-40B4-BE49-F238E27FC236}">
                <a16:creationId xmlns:a16="http://schemas.microsoft.com/office/drawing/2014/main" id="{8BAA3316-F851-AB8A-2831-2DDAA30FD4DE}"/>
              </a:ext>
            </a:extLst>
          </p:cNvPr>
          <p:cNvCxnSpPr>
            <a:cxnSpLocks/>
            <a:stCxn id="16" idx="3"/>
            <a:endCxn id="189" idx="1"/>
          </p:cNvCxnSpPr>
          <p:nvPr/>
        </p:nvCxnSpPr>
        <p:spPr>
          <a:xfrm>
            <a:off x="5220346" y="5947156"/>
            <a:ext cx="6656310" cy="129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414F484-2367-2C83-24B7-026E7349F412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8203466" y="402152"/>
            <a:ext cx="1691691" cy="4418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2D4698-6F49-C4C0-EB32-95AFFB9F6716}"/>
              </a:ext>
            </a:extLst>
          </p:cNvPr>
          <p:cNvSpPr txBox="1"/>
          <p:nvPr/>
        </p:nvSpPr>
        <p:spPr>
          <a:xfrm>
            <a:off x="390985" y="1131039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F4A4DE7-61FC-6C60-076E-8B70BA6B620D}"/>
              </a:ext>
            </a:extLst>
          </p:cNvPr>
          <p:cNvSpPr txBox="1"/>
          <p:nvPr/>
        </p:nvSpPr>
        <p:spPr>
          <a:xfrm>
            <a:off x="534882" y="1985061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b="1" dirty="0">
                <a:solidFill>
                  <a:srgbClr val="FF0000"/>
                </a:solidFill>
                <a:latin typeface="游ゴシック" panose="02110004020202020204"/>
                <a:ea typeface="游ゴシック" panose="020B0400000000000000" pitchFamily="50" charset="-128"/>
              </a:rPr>
              <a:t>介護記録</a:t>
            </a:r>
          </a:p>
        </p:txBody>
      </p:sp>
      <p:pic>
        <p:nvPicPr>
          <p:cNvPr id="9" name="グラフィックス 8" descr="データベース 枠線">
            <a:extLst>
              <a:ext uri="{FF2B5EF4-FFF2-40B4-BE49-F238E27FC236}">
                <a16:creationId xmlns:a16="http://schemas.microsoft.com/office/drawing/2014/main" id="{FFAED3FB-3DF5-EAC1-26AC-4C8386400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711" y="1346669"/>
            <a:ext cx="764340" cy="76434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D7D5E0-9F43-83F6-C926-6F7A7933B9B8}"/>
              </a:ext>
            </a:extLst>
          </p:cNvPr>
          <p:cNvSpPr txBox="1"/>
          <p:nvPr/>
        </p:nvSpPr>
        <p:spPr>
          <a:xfrm>
            <a:off x="552594" y="1123550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680532-E3E4-BAFE-5F49-692FE94FE0BA}"/>
              </a:ext>
            </a:extLst>
          </p:cNvPr>
          <p:cNvSpPr txBox="1"/>
          <p:nvPr/>
        </p:nvSpPr>
        <p:spPr>
          <a:xfrm>
            <a:off x="3908020" y="5306775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C232BAC-0E5E-5BD5-252A-F0C430527568}"/>
              </a:ext>
            </a:extLst>
          </p:cNvPr>
          <p:cNvSpPr txBox="1"/>
          <p:nvPr/>
        </p:nvSpPr>
        <p:spPr>
          <a:xfrm>
            <a:off x="4051917" y="6160797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b="1" dirty="0">
                <a:solidFill>
                  <a:srgbClr val="FF0000"/>
                </a:solidFill>
                <a:latin typeface="游ゴシック" panose="02110004020202020204"/>
                <a:ea typeface="游ゴシック" panose="020B0400000000000000" pitchFamily="50" charset="-128"/>
              </a:rPr>
              <a:t>ケアマネ</a:t>
            </a:r>
          </a:p>
        </p:txBody>
      </p:sp>
      <p:pic>
        <p:nvPicPr>
          <p:cNvPr id="21" name="グラフィックス 20" descr="データベース 枠線">
            <a:extLst>
              <a:ext uri="{FF2B5EF4-FFF2-40B4-BE49-F238E27FC236}">
                <a16:creationId xmlns:a16="http://schemas.microsoft.com/office/drawing/2014/main" id="{AAA5926C-2F90-4DE6-6BD7-C351AC7B1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8746" y="5522405"/>
            <a:ext cx="764340" cy="764340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720C476-0145-734E-A664-D1D6A6FDA2F9}"/>
              </a:ext>
            </a:extLst>
          </p:cNvPr>
          <p:cNvSpPr txBox="1"/>
          <p:nvPr/>
        </p:nvSpPr>
        <p:spPr>
          <a:xfrm>
            <a:off x="4069629" y="5299286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13EC43A-0F1E-2A22-5B56-24048FBBD35C}"/>
              </a:ext>
            </a:extLst>
          </p:cNvPr>
          <p:cNvSpPr/>
          <p:nvPr/>
        </p:nvSpPr>
        <p:spPr>
          <a:xfrm>
            <a:off x="3635765" y="5078436"/>
            <a:ext cx="1799524" cy="166070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04F248C2-A91B-C7F2-03CE-7AE4643AB1F9}"/>
              </a:ext>
            </a:extLst>
          </p:cNvPr>
          <p:cNvSpPr/>
          <p:nvPr/>
        </p:nvSpPr>
        <p:spPr>
          <a:xfrm>
            <a:off x="170549" y="899213"/>
            <a:ext cx="1799524" cy="166070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図 39">
            <a:extLst>
              <a:ext uri="{FF2B5EF4-FFF2-40B4-BE49-F238E27FC236}">
                <a16:creationId xmlns:a16="http://schemas.microsoft.com/office/drawing/2014/main" id="{83388C34-9FB9-9677-207A-774FFC0D999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482" y="5252593"/>
            <a:ext cx="410411" cy="411920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CE205070-EB2A-4646-8C3E-65440AAEDC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482" y="2178429"/>
            <a:ext cx="410411" cy="41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7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81EF1C-42DC-97C0-DD50-B1DDE5446D1B}"/>
              </a:ext>
            </a:extLst>
          </p:cNvPr>
          <p:cNvSpPr txBox="1"/>
          <p:nvPr/>
        </p:nvSpPr>
        <p:spPr>
          <a:xfrm>
            <a:off x="3669040" y="-77748"/>
            <a:ext cx="4778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 </a:t>
            </a:r>
            <a:r>
              <a:rPr lang="en-US" altLang="ja-JP" sz="36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CareBase</a:t>
            </a:r>
            <a:r>
              <a:rPr lang="ja-JP" altLang="en-US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移行</a:t>
            </a:r>
            <a:r>
              <a:rPr lang="en-US" altLang="ja-JP" sz="36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==</a:t>
            </a:r>
            <a:endParaRPr lang="ja-JP" altLang="en-US" sz="36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2DF75AD-4960-2E6F-B829-8054CF47C85D}"/>
              </a:ext>
            </a:extLst>
          </p:cNvPr>
          <p:cNvSpPr/>
          <p:nvPr/>
        </p:nvSpPr>
        <p:spPr>
          <a:xfrm>
            <a:off x="5194060" y="5165087"/>
            <a:ext cx="1306244" cy="51087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Sleep event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DC72E8C-676E-1B87-C2FC-AF5912D206D0}"/>
              </a:ext>
            </a:extLst>
          </p:cNvPr>
          <p:cNvSpPr/>
          <p:nvPr/>
        </p:nvSpPr>
        <p:spPr>
          <a:xfrm>
            <a:off x="1144891" y="5375217"/>
            <a:ext cx="1459737" cy="8009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眠り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SCAN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5130373-3874-602F-6DED-E86C83F65AC8}"/>
              </a:ext>
            </a:extLst>
          </p:cNvPr>
          <p:cNvSpPr/>
          <p:nvPr/>
        </p:nvSpPr>
        <p:spPr>
          <a:xfrm>
            <a:off x="323478" y="6502447"/>
            <a:ext cx="2287900" cy="8009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Nurse</a:t>
            </a: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 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call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F035B9E-87AB-996C-C3E9-B837BB1923F7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 flipV="1">
            <a:off x="2604628" y="5420524"/>
            <a:ext cx="2589432" cy="355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7F97EF-0869-D665-E092-321C298814F4}"/>
              </a:ext>
            </a:extLst>
          </p:cNvPr>
          <p:cNvSpPr txBox="1"/>
          <p:nvPr/>
        </p:nvSpPr>
        <p:spPr>
          <a:xfrm>
            <a:off x="4664698" y="575002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800" dirty="0"/>
              <a:t>睡眠アラート　睡眠時間</a:t>
            </a:r>
            <a:endParaRPr kumimoji="1" lang="ja-JP" altLang="en-US" sz="1800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609BFDD-71AD-B073-44EE-66EADBDEF3D0}"/>
              </a:ext>
            </a:extLst>
          </p:cNvPr>
          <p:cNvSpPr/>
          <p:nvPr/>
        </p:nvSpPr>
        <p:spPr>
          <a:xfrm>
            <a:off x="11850154" y="4993720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/>
              <a:t>ナースコール</a:t>
            </a:r>
            <a:endParaRPr kumimoji="1" lang="ja-JP" altLang="en-US" sz="20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10E4C4A-EEC0-E1F2-F2B3-1EBF5F3992BD}"/>
              </a:ext>
            </a:extLst>
          </p:cNvPr>
          <p:cNvSpPr/>
          <p:nvPr/>
        </p:nvSpPr>
        <p:spPr>
          <a:xfrm>
            <a:off x="11420772" y="2532942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運営状況モニター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80DACC-57E7-45F0-BA69-0229C61C66CC}"/>
              </a:ext>
            </a:extLst>
          </p:cNvPr>
          <p:cNvSpPr/>
          <p:nvPr/>
        </p:nvSpPr>
        <p:spPr>
          <a:xfrm>
            <a:off x="11595611" y="6463974"/>
            <a:ext cx="1459736" cy="83940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Sompo</a:t>
            </a:r>
            <a:r>
              <a:rPr lang="ja-JP" altLang="en-US" sz="2000" dirty="0"/>
              <a:t>流</a:t>
            </a:r>
            <a:endParaRPr kumimoji="1" lang="ja-JP" altLang="en-US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80EAB84-2098-0E8F-226F-C860088452AE}"/>
              </a:ext>
            </a:extLst>
          </p:cNvPr>
          <p:cNvSpPr txBox="1"/>
          <p:nvPr/>
        </p:nvSpPr>
        <p:spPr>
          <a:xfrm>
            <a:off x="12231412" y="7101945"/>
            <a:ext cx="1265090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>
                    <a:lumMod val="75000"/>
                  </a:schemeClr>
                </a:solidFill>
              </a:rPr>
              <a:t>tableau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62FD61-36E2-A241-8517-B661C1AED87D}"/>
              </a:ext>
            </a:extLst>
          </p:cNvPr>
          <p:cNvSpPr txBox="1"/>
          <p:nvPr/>
        </p:nvSpPr>
        <p:spPr>
          <a:xfrm>
            <a:off x="6623844" y="7144106"/>
            <a:ext cx="4584909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その他の</a:t>
            </a:r>
            <a:r>
              <a:rPr lang="en-US" altLang="ja-JP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tableau</a:t>
            </a:r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ダッシュボード</a:t>
            </a:r>
            <a:endParaRPr kumimoji="1" lang="ja-JP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24A5D6D-C99C-68DE-4B05-5163D70FEEFE}"/>
              </a:ext>
            </a:extLst>
          </p:cNvPr>
          <p:cNvSpPr/>
          <p:nvPr/>
        </p:nvSpPr>
        <p:spPr>
          <a:xfrm>
            <a:off x="11239180" y="550587"/>
            <a:ext cx="1459736" cy="83940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/>
              <a:t>施設</a:t>
            </a:r>
            <a:r>
              <a:rPr kumimoji="1" lang="en-US" altLang="ja-JP" sz="2000" dirty="0"/>
              <a:t>360</a:t>
            </a:r>
            <a:endParaRPr kumimoji="1" lang="ja-JP" altLang="en-US" sz="20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CD798D8-608F-996A-683C-4ACD5434B8FB}"/>
              </a:ext>
            </a:extLst>
          </p:cNvPr>
          <p:cNvSpPr/>
          <p:nvPr/>
        </p:nvSpPr>
        <p:spPr>
          <a:xfrm>
            <a:off x="8503764" y="872326"/>
            <a:ext cx="2012230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課題検討記録＿問題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A57AE20-8BC8-2D30-75B2-FCCCF15C6DE3}"/>
              </a:ext>
            </a:extLst>
          </p:cNvPr>
          <p:cNvSpPr/>
          <p:nvPr/>
        </p:nvSpPr>
        <p:spPr>
          <a:xfrm>
            <a:off x="8503764" y="1484409"/>
            <a:ext cx="2012230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課題検討記録＿評価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B332139-1B1F-ED5D-67FA-F4961CF3E351}"/>
              </a:ext>
            </a:extLst>
          </p:cNvPr>
          <p:cNvSpPr/>
          <p:nvPr/>
        </p:nvSpPr>
        <p:spPr>
          <a:xfrm>
            <a:off x="8503764" y="149816"/>
            <a:ext cx="2320722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CMC</a:t>
            </a:r>
            <a:r>
              <a:rPr kumimoji="1" lang="ja-JP" altLang="en-US" sz="1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モジュール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F0CC173-3ED2-CC68-2A97-A861A92051F5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>
            <a:off x="10824486" y="398470"/>
            <a:ext cx="414694" cy="57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8795594-B9F2-89EC-377C-4F9C3468B60A}"/>
              </a:ext>
            </a:extLst>
          </p:cNvPr>
          <p:cNvCxnSpPr>
            <a:stCxn id="2" idx="3"/>
            <a:endCxn id="13" idx="1"/>
          </p:cNvCxnSpPr>
          <p:nvPr/>
        </p:nvCxnSpPr>
        <p:spPr>
          <a:xfrm flipV="1">
            <a:off x="10515994" y="970290"/>
            <a:ext cx="723186" cy="150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DEAF849-0AEB-2BFC-67B5-270C21C19979}"/>
              </a:ext>
            </a:extLst>
          </p:cNvPr>
          <p:cNvCxnSpPr>
            <a:stCxn id="3" idx="3"/>
            <a:endCxn id="13" idx="1"/>
          </p:cNvCxnSpPr>
          <p:nvPr/>
        </p:nvCxnSpPr>
        <p:spPr>
          <a:xfrm flipV="1">
            <a:off x="10515994" y="970290"/>
            <a:ext cx="723186" cy="762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CEBD1E9F-3D1C-AB8B-B5B4-1ED17F4E8A53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7383153" y="1120980"/>
            <a:ext cx="1120611" cy="248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E1C2C85-9E6A-F05D-0696-0CA59D725143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7383153" y="1369468"/>
            <a:ext cx="1120611" cy="363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C32FF86-EC24-0FC9-9EB5-9C276C6D5771}"/>
              </a:ext>
            </a:extLst>
          </p:cNvPr>
          <p:cNvSpPr txBox="1"/>
          <p:nvPr/>
        </p:nvSpPr>
        <p:spPr>
          <a:xfrm>
            <a:off x="10824486" y="1574349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/>
              <a:t>施設の問題と対策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D081E2E7-E81D-B9E6-6E0C-CDA7448CF66F}"/>
              </a:ext>
            </a:extLst>
          </p:cNvPr>
          <p:cNvSpPr/>
          <p:nvPr/>
        </p:nvSpPr>
        <p:spPr>
          <a:xfrm>
            <a:off x="6207778" y="2418420"/>
            <a:ext cx="1303708" cy="2599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Care_record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08C84E23-089C-B9E1-4713-9D874D4ECC00}"/>
              </a:ext>
            </a:extLst>
          </p:cNvPr>
          <p:cNvSpPr/>
          <p:nvPr/>
        </p:nvSpPr>
        <p:spPr>
          <a:xfrm>
            <a:off x="6173424" y="2938269"/>
            <a:ext cx="1303708" cy="2599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Care_plan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1AF2C2D6-4196-8202-2ECE-E8D5BE4CAEEE}"/>
              </a:ext>
            </a:extLst>
          </p:cNvPr>
          <p:cNvSpPr/>
          <p:nvPr/>
        </p:nvSpPr>
        <p:spPr>
          <a:xfrm>
            <a:off x="7784721" y="2561695"/>
            <a:ext cx="2802605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対１</a:t>
            </a:r>
            <a:r>
              <a:rPr kumimoji="1"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モジュール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B636127-8E69-57E0-2FE9-A8670E06EDE9}"/>
              </a:ext>
            </a:extLst>
          </p:cNvPr>
          <p:cNvCxnSpPr>
            <a:stCxn id="43" idx="3"/>
            <a:endCxn id="46" idx="1"/>
          </p:cNvCxnSpPr>
          <p:nvPr/>
        </p:nvCxnSpPr>
        <p:spPr>
          <a:xfrm>
            <a:off x="7511486" y="2548406"/>
            <a:ext cx="273235" cy="261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510D80F9-AFAF-FBF8-9AC2-6773851A094D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 flipV="1">
            <a:off x="7477132" y="2810349"/>
            <a:ext cx="307589" cy="257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9895292-4E3B-7AAC-8E30-CCF8361F7292}"/>
              </a:ext>
            </a:extLst>
          </p:cNvPr>
          <p:cNvCxnSpPr>
            <a:stCxn id="46" idx="3"/>
            <a:endCxn id="9" idx="1"/>
          </p:cNvCxnSpPr>
          <p:nvPr/>
        </p:nvCxnSpPr>
        <p:spPr>
          <a:xfrm>
            <a:off x="10587326" y="2810349"/>
            <a:ext cx="833446" cy="142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56D5CB9-38F9-79A9-DD37-3ED773D5C4E6}"/>
              </a:ext>
            </a:extLst>
          </p:cNvPr>
          <p:cNvSpPr txBox="1"/>
          <p:nvPr/>
        </p:nvSpPr>
        <p:spPr>
          <a:xfrm>
            <a:off x="10461740" y="2196318"/>
            <a:ext cx="1303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未タップ率</a:t>
            </a:r>
            <a:endParaRPr lang="en-US" altLang="ja-JP" sz="1400" dirty="0"/>
          </a:p>
          <a:p>
            <a:r>
              <a:rPr lang="ja-JP" altLang="en-US" sz="1400" dirty="0"/>
              <a:t>マルチタスク</a:t>
            </a:r>
            <a:endParaRPr lang="en-US" altLang="ja-JP" sz="1400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5336229-8825-5AF3-A515-6FB80645B784}"/>
              </a:ext>
            </a:extLst>
          </p:cNvPr>
          <p:cNvSpPr txBox="1"/>
          <p:nvPr/>
        </p:nvSpPr>
        <p:spPr>
          <a:xfrm>
            <a:off x="10585818" y="3727233"/>
            <a:ext cx="17959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Axist</a:t>
            </a:r>
            <a:r>
              <a:rPr lang="ja-JP" altLang="en-US" sz="1400" dirty="0"/>
              <a:t>未修正人数</a:t>
            </a:r>
            <a:endParaRPr lang="en-US" altLang="ja-JP" sz="1400" dirty="0"/>
          </a:p>
          <a:p>
            <a:r>
              <a:rPr lang="ja-JP" altLang="en-US" sz="1400" dirty="0"/>
              <a:t>業務ゆとり時間</a:t>
            </a:r>
            <a:endParaRPr lang="en-US" altLang="ja-JP" sz="1400" dirty="0"/>
          </a:p>
          <a:p>
            <a:r>
              <a:rPr lang="ja-JP" altLang="en-US" sz="1400" dirty="0"/>
              <a:t>基準ライン数</a:t>
            </a:r>
            <a:endParaRPr lang="en-US" altLang="ja-JP" sz="1400" dirty="0"/>
          </a:p>
          <a:p>
            <a:r>
              <a:rPr lang="en-US" altLang="ja-JP" sz="1400" dirty="0"/>
              <a:t>Q</a:t>
            </a:r>
            <a:r>
              <a:rPr lang="ja-JP" altLang="en-US" sz="1400" dirty="0"/>
              <a:t>ライン内直接介護</a:t>
            </a:r>
            <a:endParaRPr lang="en-US" altLang="ja-JP" sz="1400" dirty="0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F4674D7F-E9B2-88C7-556D-D081FBC39465}"/>
              </a:ext>
            </a:extLst>
          </p:cNvPr>
          <p:cNvSpPr/>
          <p:nvPr/>
        </p:nvSpPr>
        <p:spPr>
          <a:xfrm>
            <a:off x="7857812" y="6694531"/>
            <a:ext cx="3264162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Sompo</a:t>
            </a:r>
            <a:r>
              <a:rPr kumimoji="1"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流モジュール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0A6569F7-F6A5-794D-3591-1279900D7B60}"/>
              </a:ext>
            </a:extLst>
          </p:cNvPr>
          <p:cNvCxnSpPr>
            <a:cxnSpLocks/>
            <a:stCxn id="56" idx="3"/>
            <a:endCxn id="10" idx="1"/>
          </p:cNvCxnSpPr>
          <p:nvPr/>
        </p:nvCxnSpPr>
        <p:spPr>
          <a:xfrm flipV="1">
            <a:off x="11121974" y="6883677"/>
            <a:ext cx="473637" cy="59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9BA8A6D2-302A-6F61-97DD-F3A9A72D7D16}"/>
              </a:ext>
            </a:extLst>
          </p:cNvPr>
          <p:cNvSpPr txBox="1"/>
          <p:nvPr/>
        </p:nvSpPr>
        <p:spPr>
          <a:xfrm>
            <a:off x="12106688" y="3440600"/>
            <a:ext cx="2340705" cy="8815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全部</a:t>
            </a:r>
            <a:r>
              <a:rPr kumimoji="1" lang="en-US" altLang="ja-JP" dirty="0"/>
              <a:t>Tableau</a:t>
            </a:r>
            <a:r>
              <a:rPr kumimoji="1" lang="ja-JP" altLang="en-US" dirty="0"/>
              <a:t>に</a:t>
            </a:r>
            <a:endParaRPr kumimoji="1" lang="en-US" altLang="ja-JP" dirty="0"/>
          </a:p>
          <a:p>
            <a:r>
              <a:rPr kumimoji="1" lang="ja-JP" altLang="en-US" dirty="0"/>
              <a:t>統一される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FB086804-912A-C2A7-B819-D9C54D317065}"/>
              </a:ext>
            </a:extLst>
          </p:cNvPr>
          <p:cNvSpPr/>
          <p:nvPr/>
        </p:nvSpPr>
        <p:spPr>
          <a:xfrm>
            <a:off x="8931318" y="5420166"/>
            <a:ext cx="2012230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Nurse Call Log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65657A9B-2E47-BF8A-F210-9F2FC4FCFD94}"/>
              </a:ext>
            </a:extLst>
          </p:cNvPr>
          <p:cNvCxnSpPr>
            <a:stCxn id="21" idx="3"/>
            <a:endCxn id="61" idx="1"/>
          </p:cNvCxnSpPr>
          <p:nvPr/>
        </p:nvCxnSpPr>
        <p:spPr>
          <a:xfrm flipV="1">
            <a:off x="2611378" y="5668820"/>
            <a:ext cx="6319940" cy="1234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46FAB0FE-7586-8C7C-7B44-548423590D49}"/>
              </a:ext>
            </a:extLst>
          </p:cNvPr>
          <p:cNvCxnSpPr>
            <a:stCxn id="61" idx="3"/>
            <a:endCxn id="8" idx="1"/>
          </p:cNvCxnSpPr>
          <p:nvPr/>
        </p:nvCxnSpPr>
        <p:spPr>
          <a:xfrm flipV="1">
            <a:off x="10943548" y="5413423"/>
            <a:ext cx="906606" cy="255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5E2D5D53-4AB7-F121-A28A-2EF8F69747BC}"/>
              </a:ext>
            </a:extLst>
          </p:cNvPr>
          <p:cNvSpPr/>
          <p:nvPr/>
        </p:nvSpPr>
        <p:spPr>
          <a:xfrm>
            <a:off x="6593998" y="4367750"/>
            <a:ext cx="2698919" cy="4973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V4_02_04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医療関連</a:t>
            </a: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_</a:t>
            </a:r>
            <a:r>
              <a:rPr lang="ja-JP" altLang="en-US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処方薬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EBC964E-0102-1FB8-D76C-814D29C8178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202240" y="1769934"/>
            <a:ext cx="391758" cy="2846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6662C7ED-A1B7-5DFE-7E0C-88C0E6BE3691}"/>
              </a:ext>
            </a:extLst>
          </p:cNvPr>
          <p:cNvCxnSpPr>
            <a:stCxn id="24" idx="3"/>
            <a:endCxn id="61" idx="0"/>
          </p:cNvCxnSpPr>
          <p:nvPr/>
        </p:nvCxnSpPr>
        <p:spPr>
          <a:xfrm>
            <a:off x="9292917" y="4616404"/>
            <a:ext cx="644516" cy="803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C703BF6-F6B6-458C-6201-EE3ED04C82AC}"/>
              </a:ext>
            </a:extLst>
          </p:cNvPr>
          <p:cNvSpPr/>
          <p:nvPr/>
        </p:nvSpPr>
        <p:spPr>
          <a:xfrm>
            <a:off x="4723915" y="3282118"/>
            <a:ext cx="1586450" cy="51825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Residency_</a:t>
            </a:r>
            <a:br>
              <a:rPr lang="en-US" altLang="ja-JP" sz="1400" b="1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</a:br>
            <a:r>
              <a:rPr lang="en-US" altLang="ja-JP" sz="1400" b="1" dirty="0" err="1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change_history</a:t>
            </a:r>
            <a:endParaRPr lang="en-US" altLang="ja-JP" sz="1400" b="1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C459005-B87D-0D1B-0E9B-97F879B14596}"/>
              </a:ext>
            </a:extLst>
          </p:cNvPr>
          <p:cNvSpPr txBox="1"/>
          <p:nvPr/>
        </p:nvSpPr>
        <p:spPr>
          <a:xfrm>
            <a:off x="7049108" y="5026424"/>
            <a:ext cx="827471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Pipeline</a:t>
            </a:r>
          </a:p>
          <a:p>
            <a:r>
              <a:rPr kumimoji="1" lang="en-US" altLang="ja-JP" sz="1400" dirty="0"/>
              <a:t>builder</a:t>
            </a:r>
            <a:endParaRPr kumimoji="1" lang="ja-JP" altLang="en-US" sz="1400" dirty="0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72C2F5A5-9FE7-8751-F30F-BBE7054CF5D1}"/>
              </a:ext>
            </a:extLst>
          </p:cNvPr>
          <p:cNvCxnSpPr>
            <a:cxnSpLocks/>
          </p:cNvCxnSpPr>
          <p:nvPr/>
        </p:nvCxnSpPr>
        <p:spPr>
          <a:xfrm>
            <a:off x="6202240" y="1769934"/>
            <a:ext cx="1616424" cy="5031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0AF585CE-1BE2-1530-531B-69C1BD233AE4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2826800" y="4355217"/>
            <a:ext cx="5031012" cy="2587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829150B6-D5A7-762B-D8DF-7CCD475863E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461058" y="1644550"/>
            <a:ext cx="6282223" cy="512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A4ACC83C-2D21-840C-4947-3455753F437D}"/>
              </a:ext>
            </a:extLst>
          </p:cNvPr>
          <p:cNvCxnSpPr>
            <a:cxnSpLocks/>
            <a:stCxn id="42" idx="2"/>
            <a:endCxn id="56" idx="1"/>
          </p:cNvCxnSpPr>
          <p:nvPr/>
        </p:nvCxnSpPr>
        <p:spPr>
          <a:xfrm>
            <a:off x="5517140" y="3800369"/>
            <a:ext cx="2340672" cy="3142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矢印コネクタ 136">
            <a:extLst>
              <a:ext uri="{FF2B5EF4-FFF2-40B4-BE49-F238E27FC236}">
                <a16:creationId xmlns:a16="http://schemas.microsoft.com/office/drawing/2014/main" id="{8DB15835-4E8F-A298-05A8-9AFAE064DDDD}"/>
              </a:ext>
            </a:extLst>
          </p:cNvPr>
          <p:cNvCxnSpPr>
            <a:stCxn id="21" idx="3"/>
            <a:endCxn id="56" idx="1"/>
          </p:cNvCxnSpPr>
          <p:nvPr/>
        </p:nvCxnSpPr>
        <p:spPr>
          <a:xfrm>
            <a:off x="2611378" y="6902914"/>
            <a:ext cx="5246434" cy="4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31">
            <a:extLst>
              <a:ext uri="{FF2B5EF4-FFF2-40B4-BE49-F238E27FC236}">
                <a16:creationId xmlns:a16="http://schemas.microsoft.com/office/drawing/2014/main" id="{99FBB6BD-DECF-45BB-FB79-5B3C34E78396}"/>
              </a:ext>
            </a:extLst>
          </p:cNvPr>
          <p:cNvSpPr txBox="1"/>
          <p:nvPr/>
        </p:nvSpPr>
        <p:spPr>
          <a:xfrm>
            <a:off x="-1525333" y="1376621"/>
            <a:ext cx="1184940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介護記録</a:t>
            </a:r>
            <a:endParaRPr lang="en-US" altLang="ja-JP" sz="1956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6" name="四角形: 角を丸くする 145">
            <a:extLst>
              <a:ext uri="{FF2B5EF4-FFF2-40B4-BE49-F238E27FC236}">
                <a16:creationId xmlns:a16="http://schemas.microsoft.com/office/drawing/2014/main" id="{673E5539-A331-A598-CEFE-9BA8278F8653}"/>
              </a:ext>
            </a:extLst>
          </p:cNvPr>
          <p:cNvSpPr/>
          <p:nvPr/>
        </p:nvSpPr>
        <p:spPr>
          <a:xfrm>
            <a:off x="7598274" y="3679901"/>
            <a:ext cx="2802605" cy="49730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対１</a:t>
            </a:r>
            <a:r>
              <a:rPr kumimoji="1" lang="ja-JP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モジュール</a:t>
            </a:r>
          </a:p>
        </p:txBody>
      </p: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46F6E8AC-1DD0-D60B-8DAB-42E4BCE8ACA9}"/>
              </a:ext>
            </a:extLst>
          </p:cNvPr>
          <p:cNvCxnSpPr>
            <a:stCxn id="146" idx="3"/>
            <a:endCxn id="9" idx="1"/>
          </p:cNvCxnSpPr>
          <p:nvPr/>
        </p:nvCxnSpPr>
        <p:spPr>
          <a:xfrm flipV="1">
            <a:off x="10400879" y="2952645"/>
            <a:ext cx="1019893" cy="975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線矢印コネクタ 149">
            <a:extLst>
              <a:ext uri="{FF2B5EF4-FFF2-40B4-BE49-F238E27FC236}">
                <a16:creationId xmlns:a16="http://schemas.microsoft.com/office/drawing/2014/main" id="{AFF24562-DED4-EFF5-2FE2-02F3309CDD04}"/>
              </a:ext>
            </a:extLst>
          </p:cNvPr>
          <p:cNvCxnSpPr>
            <a:cxnSpLocks/>
            <a:endCxn id="146" idx="1"/>
          </p:cNvCxnSpPr>
          <p:nvPr/>
        </p:nvCxnSpPr>
        <p:spPr>
          <a:xfrm flipV="1">
            <a:off x="2826800" y="3928555"/>
            <a:ext cx="4771474" cy="426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48FE0352-8BCE-6B50-57E2-02F81F816DD4}"/>
              </a:ext>
            </a:extLst>
          </p:cNvPr>
          <p:cNvCxnSpPr>
            <a:cxnSpLocks/>
            <a:stCxn id="14" idx="3"/>
            <a:endCxn id="43" idx="1"/>
          </p:cNvCxnSpPr>
          <p:nvPr/>
        </p:nvCxnSpPr>
        <p:spPr>
          <a:xfrm>
            <a:off x="1461058" y="1644550"/>
            <a:ext cx="4746720" cy="903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17D8758B-BD67-3100-FE6C-9761813DB288}"/>
              </a:ext>
            </a:extLst>
          </p:cNvPr>
          <p:cNvCxnSpPr>
            <a:cxnSpLocks/>
            <a:stCxn id="14" idx="3"/>
            <a:endCxn id="44" idx="1"/>
          </p:cNvCxnSpPr>
          <p:nvPr/>
        </p:nvCxnSpPr>
        <p:spPr>
          <a:xfrm>
            <a:off x="1461058" y="1644550"/>
            <a:ext cx="4712366" cy="1423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29880C71-1010-F500-D670-DF438C4F7E3A}"/>
              </a:ext>
            </a:extLst>
          </p:cNvPr>
          <p:cNvCxnSpPr>
            <a:cxnSpLocks/>
            <a:stCxn id="43" idx="3"/>
            <a:endCxn id="23" idx="1"/>
          </p:cNvCxnSpPr>
          <p:nvPr/>
        </p:nvCxnSpPr>
        <p:spPr>
          <a:xfrm flipV="1">
            <a:off x="7511486" y="398470"/>
            <a:ext cx="992278" cy="2149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5FA4C18-FE5C-FCED-238F-0FCD805E0899}"/>
              </a:ext>
            </a:extLst>
          </p:cNvPr>
          <p:cNvCxnSpPr>
            <a:cxnSpLocks/>
            <a:stCxn id="44" idx="3"/>
            <a:endCxn id="23" idx="1"/>
          </p:cNvCxnSpPr>
          <p:nvPr/>
        </p:nvCxnSpPr>
        <p:spPr>
          <a:xfrm flipV="1">
            <a:off x="7477132" y="398470"/>
            <a:ext cx="1026632" cy="2669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88DC1E99-8557-722E-0A3E-D546F0DB1BE5}"/>
              </a:ext>
            </a:extLst>
          </p:cNvPr>
          <p:cNvSpPr txBox="1"/>
          <p:nvPr/>
        </p:nvSpPr>
        <p:spPr>
          <a:xfrm>
            <a:off x="1296174" y="2354855"/>
            <a:ext cx="1566716" cy="115438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3" name="TextBox 31">
            <a:extLst>
              <a:ext uri="{FF2B5EF4-FFF2-40B4-BE49-F238E27FC236}">
                <a16:creationId xmlns:a16="http://schemas.microsoft.com/office/drawing/2014/main" id="{92B8298B-CF08-CDE9-2573-41329B4F03FC}"/>
              </a:ext>
            </a:extLst>
          </p:cNvPr>
          <p:cNvSpPr txBox="1"/>
          <p:nvPr/>
        </p:nvSpPr>
        <p:spPr>
          <a:xfrm>
            <a:off x="1497435" y="3115923"/>
            <a:ext cx="976549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連携</a:t>
            </a: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PF</a:t>
            </a:r>
          </a:p>
        </p:txBody>
      </p:sp>
      <p:pic>
        <p:nvPicPr>
          <p:cNvPr id="174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2DC8CD05-3DDA-C631-39E4-534671054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594" y="2479388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" name="TextBox 31">
            <a:extLst>
              <a:ext uri="{FF2B5EF4-FFF2-40B4-BE49-F238E27FC236}">
                <a16:creationId xmlns:a16="http://schemas.microsoft.com/office/drawing/2014/main" id="{244679B5-C333-1878-DC03-546FA96D152C}"/>
              </a:ext>
            </a:extLst>
          </p:cNvPr>
          <p:cNvSpPr txBox="1"/>
          <p:nvPr/>
        </p:nvSpPr>
        <p:spPr>
          <a:xfrm>
            <a:off x="1922509" y="2524314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cxnSp>
        <p:nvCxnSpPr>
          <p:cNvPr id="178" name="直線矢印コネクタ 177">
            <a:extLst>
              <a:ext uri="{FF2B5EF4-FFF2-40B4-BE49-F238E27FC236}">
                <a16:creationId xmlns:a16="http://schemas.microsoft.com/office/drawing/2014/main" id="{C4CC1816-42BD-30D7-E1D4-E8DC4BE0697A}"/>
              </a:ext>
            </a:extLst>
          </p:cNvPr>
          <p:cNvCxnSpPr>
            <a:cxnSpLocks/>
            <a:stCxn id="172" idx="3"/>
            <a:endCxn id="42" idx="1"/>
          </p:cNvCxnSpPr>
          <p:nvPr/>
        </p:nvCxnSpPr>
        <p:spPr>
          <a:xfrm>
            <a:off x="2862890" y="2932046"/>
            <a:ext cx="1861025" cy="609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直線矢印コネクタ 179">
            <a:extLst>
              <a:ext uri="{FF2B5EF4-FFF2-40B4-BE49-F238E27FC236}">
                <a16:creationId xmlns:a16="http://schemas.microsoft.com/office/drawing/2014/main" id="{A61A3D1C-194C-9F17-F6F7-5836B5B02D3D}"/>
              </a:ext>
            </a:extLst>
          </p:cNvPr>
          <p:cNvCxnSpPr>
            <a:stCxn id="19" idx="3"/>
            <a:endCxn id="47" idx="1"/>
          </p:cNvCxnSpPr>
          <p:nvPr/>
        </p:nvCxnSpPr>
        <p:spPr>
          <a:xfrm flipV="1">
            <a:off x="6500304" y="5288034"/>
            <a:ext cx="548804" cy="132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線矢印コネクタ 181">
            <a:extLst>
              <a:ext uri="{FF2B5EF4-FFF2-40B4-BE49-F238E27FC236}">
                <a16:creationId xmlns:a16="http://schemas.microsoft.com/office/drawing/2014/main" id="{A4DB0C91-29B6-1ADE-2322-6F7969DF613C}"/>
              </a:ext>
            </a:extLst>
          </p:cNvPr>
          <p:cNvCxnSpPr>
            <a:stCxn id="47" idx="3"/>
            <a:endCxn id="61" idx="1"/>
          </p:cNvCxnSpPr>
          <p:nvPr/>
        </p:nvCxnSpPr>
        <p:spPr>
          <a:xfrm>
            <a:off x="7876579" y="5288034"/>
            <a:ext cx="1054739" cy="380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5" name="図 184">
            <a:extLst>
              <a:ext uri="{FF2B5EF4-FFF2-40B4-BE49-F238E27FC236}">
                <a16:creationId xmlns:a16="http://schemas.microsoft.com/office/drawing/2014/main" id="{BFAE5B15-E386-0DE3-8102-E46A74511F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0" y="7139449"/>
            <a:ext cx="410411" cy="411920"/>
          </a:xfrm>
          <a:prstGeom prst="rect">
            <a:avLst/>
          </a:prstGeom>
        </p:spPr>
      </p:pic>
      <p:pic>
        <p:nvPicPr>
          <p:cNvPr id="186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22A966CB-3116-2DDE-FBAD-CA79EBDD0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895" y="5087703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TextBox 31">
            <a:extLst>
              <a:ext uri="{FF2B5EF4-FFF2-40B4-BE49-F238E27FC236}">
                <a16:creationId xmlns:a16="http://schemas.microsoft.com/office/drawing/2014/main" id="{D3D8FAC1-DAC9-459F-0822-C562ACAD67C8}"/>
              </a:ext>
            </a:extLst>
          </p:cNvPr>
          <p:cNvSpPr txBox="1"/>
          <p:nvPr/>
        </p:nvSpPr>
        <p:spPr>
          <a:xfrm>
            <a:off x="1786888" y="5174251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pic>
        <p:nvPicPr>
          <p:cNvPr id="191" name="Picture 4" descr="AWSの公式アイコンが利用できる - メガネSEの仕事ノート">
            <a:extLst>
              <a:ext uri="{FF2B5EF4-FFF2-40B4-BE49-F238E27FC236}">
                <a16:creationId xmlns:a16="http://schemas.microsoft.com/office/drawing/2014/main" id="{522253C2-4F7D-3BDF-D30C-30CE4C467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21" y="6258731"/>
            <a:ext cx="527297" cy="52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2" name="TextBox 31">
            <a:extLst>
              <a:ext uri="{FF2B5EF4-FFF2-40B4-BE49-F238E27FC236}">
                <a16:creationId xmlns:a16="http://schemas.microsoft.com/office/drawing/2014/main" id="{AB9F5F06-45CD-0A74-D86A-0E98967A8F41}"/>
              </a:ext>
            </a:extLst>
          </p:cNvPr>
          <p:cNvSpPr txBox="1"/>
          <p:nvPr/>
        </p:nvSpPr>
        <p:spPr>
          <a:xfrm>
            <a:off x="1009914" y="6345279"/>
            <a:ext cx="758926" cy="39331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ja-JP" sz="1956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</a:p>
        </p:txBody>
      </p:sp>
      <p:sp>
        <p:nvSpPr>
          <p:cNvPr id="194" name="テキスト ボックス 193">
            <a:extLst>
              <a:ext uri="{FF2B5EF4-FFF2-40B4-BE49-F238E27FC236}">
                <a16:creationId xmlns:a16="http://schemas.microsoft.com/office/drawing/2014/main" id="{F839306C-C440-7693-F502-6D089427463A}"/>
              </a:ext>
            </a:extLst>
          </p:cNvPr>
          <p:cNvSpPr txBox="1"/>
          <p:nvPr/>
        </p:nvSpPr>
        <p:spPr>
          <a:xfrm>
            <a:off x="-647023" y="5522437"/>
            <a:ext cx="13756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800" dirty="0"/>
              <a:t>パラマウント</a:t>
            </a:r>
            <a:endParaRPr kumimoji="1" lang="ja-JP" altLang="en-US" sz="1800" dirty="0"/>
          </a:p>
        </p:txBody>
      </p:sp>
      <p:sp>
        <p:nvSpPr>
          <p:cNvPr id="198" name="四角形: 角を丸くする 197">
            <a:extLst>
              <a:ext uri="{FF2B5EF4-FFF2-40B4-BE49-F238E27FC236}">
                <a16:creationId xmlns:a16="http://schemas.microsoft.com/office/drawing/2014/main" id="{30403B25-8BDA-EB23-A7AB-12043988792C}"/>
              </a:ext>
            </a:extLst>
          </p:cNvPr>
          <p:cNvSpPr/>
          <p:nvPr/>
        </p:nvSpPr>
        <p:spPr>
          <a:xfrm>
            <a:off x="3970324" y="970290"/>
            <a:ext cx="420531" cy="613165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ja-JP" dirty="0"/>
              <a:t>Data Connection</a:t>
            </a:r>
            <a:endParaRPr kumimoji="1" lang="ja-JP" altLang="en-US" dirty="0"/>
          </a:p>
        </p:txBody>
      </p:sp>
      <p:cxnSp>
        <p:nvCxnSpPr>
          <p:cNvPr id="199" name="直線コネクタ 198">
            <a:extLst>
              <a:ext uri="{FF2B5EF4-FFF2-40B4-BE49-F238E27FC236}">
                <a16:creationId xmlns:a16="http://schemas.microsoft.com/office/drawing/2014/main" id="{264BB8E1-397D-A7BD-4C28-FD89CA7C6A46}"/>
              </a:ext>
            </a:extLst>
          </p:cNvPr>
          <p:cNvCxnSpPr>
            <a:cxnSpLocks/>
          </p:cNvCxnSpPr>
          <p:nvPr/>
        </p:nvCxnSpPr>
        <p:spPr>
          <a:xfrm>
            <a:off x="3798930" y="670268"/>
            <a:ext cx="0" cy="66473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テキスト ボックス 205">
            <a:extLst>
              <a:ext uri="{FF2B5EF4-FFF2-40B4-BE49-F238E27FC236}">
                <a16:creationId xmlns:a16="http://schemas.microsoft.com/office/drawing/2014/main" id="{F12476BE-F723-B594-6D4D-118770BE1898}"/>
              </a:ext>
            </a:extLst>
          </p:cNvPr>
          <p:cNvSpPr txBox="1"/>
          <p:nvPr/>
        </p:nvSpPr>
        <p:spPr>
          <a:xfrm>
            <a:off x="-476354" y="2360952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7" name="テキスト ボックス 206">
            <a:extLst>
              <a:ext uri="{FF2B5EF4-FFF2-40B4-BE49-F238E27FC236}">
                <a16:creationId xmlns:a16="http://schemas.microsoft.com/office/drawing/2014/main" id="{8BE21052-4BC1-D176-6832-90F51E1FEBB2}"/>
              </a:ext>
            </a:extLst>
          </p:cNvPr>
          <p:cNvSpPr txBox="1"/>
          <p:nvPr/>
        </p:nvSpPr>
        <p:spPr>
          <a:xfrm>
            <a:off x="-332457" y="3214974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ほのぼの</a:t>
            </a:r>
          </a:p>
        </p:txBody>
      </p:sp>
      <p:pic>
        <p:nvPicPr>
          <p:cNvPr id="208" name="グラフィックス 207" descr="データベース 枠線">
            <a:extLst>
              <a:ext uri="{FF2B5EF4-FFF2-40B4-BE49-F238E27FC236}">
                <a16:creationId xmlns:a16="http://schemas.microsoft.com/office/drawing/2014/main" id="{1AFAA443-CD1A-62D2-3B7F-CD124204F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5628" y="2576582"/>
            <a:ext cx="764340" cy="764340"/>
          </a:xfrm>
          <a:prstGeom prst="rect">
            <a:avLst/>
          </a:prstGeom>
        </p:spPr>
      </p:pic>
      <p:sp>
        <p:nvSpPr>
          <p:cNvPr id="209" name="テキスト ボックス 208">
            <a:extLst>
              <a:ext uri="{FF2B5EF4-FFF2-40B4-BE49-F238E27FC236}">
                <a16:creationId xmlns:a16="http://schemas.microsoft.com/office/drawing/2014/main" id="{7C052037-F1B5-1C19-1B13-ABF49B151DED}"/>
              </a:ext>
            </a:extLst>
          </p:cNvPr>
          <p:cNvSpPr txBox="1"/>
          <p:nvPr/>
        </p:nvSpPr>
        <p:spPr>
          <a:xfrm>
            <a:off x="-314745" y="2353463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211" name="直線矢印コネクタ 210">
            <a:extLst>
              <a:ext uri="{FF2B5EF4-FFF2-40B4-BE49-F238E27FC236}">
                <a16:creationId xmlns:a16="http://schemas.microsoft.com/office/drawing/2014/main" id="{2877C1C6-50E9-8DD1-4C05-7E3F92B6286D}"/>
              </a:ext>
            </a:extLst>
          </p:cNvPr>
          <p:cNvCxnSpPr>
            <a:stCxn id="206" idx="3"/>
            <a:endCxn id="172" idx="1"/>
          </p:cNvCxnSpPr>
          <p:nvPr/>
        </p:nvCxnSpPr>
        <p:spPr>
          <a:xfrm flipV="1">
            <a:off x="835972" y="2932046"/>
            <a:ext cx="460202" cy="69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直線矢印コネクタ 214">
            <a:extLst>
              <a:ext uri="{FF2B5EF4-FFF2-40B4-BE49-F238E27FC236}">
                <a16:creationId xmlns:a16="http://schemas.microsoft.com/office/drawing/2014/main" id="{8F670C32-9199-E523-1B0B-439C120D6C56}"/>
              </a:ext>
            </a:extLst>
          </p:cNvPr>
          <p:cNvCxnSpPr>
            <a:stCxn id="194" idx="3"/>
            <a:endCxn id="20" idx="1"/>
          </p:cNvCxnSpPr>
          <p:nvPr/>
        </p:nvCxnSpPr>
        <p:spPr>
          <a:xfrm>
            <a:off x="728675" y="5707103"/>
            <a:ext cx="416216" cy="68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5235B7-A85C-35B9-2E54-25EA13241213}"/>
              </a:ext>
            </a:extLst>
          </p:cNvPr>
          <p:cNvSpPr txBox="1"/>
          <p:nvPr/>
        </p:nvSpPr>
        <p:spPr>
          <a:xfrm>
            <a:off x="148732" y="1004169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4D426A-15A1-68A7-451A-41CFD4EFB03E}"/>
              </a:ext>
            </a:extLst>
          </p:cNvPr>
          <p:cNvSpPr txBox="1"/>
          <p:nvPr/>
        </p:nvSpPr>
        <p:spPr>
          <a:xfrm>
            <a:off x="292629" y="1858191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b="1" dirty="0">
                <a:solidFill>
                  <a:srgbClr val="FF0000"/>
                </a:solidFill>
                <a:latin typeface="游ゴシック" panose="02110004020202020204"/>
                <a:ea typeface="游ゴシック" panose="020B0400000000000000" pitchFamily="50" charset="-128"/>
              </a:rPr>
              <a:t>介護記録</a:t>
            </a:r>
          </a:p>
        </p:txBody>
      </p:sp>
      <p:pic>
        <p:nvPicPr>
          <p:cNvPr id="22" name="グラフィックス 21" descr="データベース 枠線">
            <a:extLst>
              <a:ext uri="{FF2B5EF4-FFF2-40B4-BE49-F238E27FC236}">
                <a16:creationId xmlns:a16="http://schemas.microsoft.com/office/drawing/2014/main" id="{9FA5733B-DDB5-8B43-D737-67E6E6E3AB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458" y="1219799"/>
            <a:ext cx="764340" cy="764340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D630EE6-1FC3-888C-891A-26E492A51CDF}"/>
              </a:ext>
            </a:extLst>
          </p:cNvPr>
          <p:cNvSpPr txBox="1"/>
          <p:nvPr/>
        </p:nvSpPr>
        <p:spPr>
          <a:xfrm>
            <a:off x="310341" y="996680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020E68-4061-2137-DB86-48B3141E23AA}"/>
              </a:ext>
            </a:extLst>
          </p:cNvPr>
          <p:cNvSpPr txBox="1"/>
          <p:nvPr/>
        </p:nvSpPr>
        <p:spPr>
          <a:xfrm>
            <a:off x="1488427" y="3670410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A51AC67-70BA-8199-4943-472A89BBBC3E}"/>
              </a:ext>
            </a:extLst>
          </p:cNvPr>
          <p:cNvSpPr txBox="1"/>
          <p:nvPr/>
        </p:nvSpPr>
        <p:spPr>
          <a:xfrm>
            <a:off x="1632324" y="4524432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b="1" dirty="0">
                <a:solidFill>
                  <a:srgbClr val="FF0000"/>
                </a:solidFill>
                <a:latin typeface="游ゴシック" panose="02110004020202020204"/>
                <a:ea typeface="游ゴシック" panose="020B0400000000000000" pitchFamily="50" charset="-128"/>
              </a:rPr>
              <a:t>業務計画</a:t>
            </a:r>
          </a:p>
        </p:txBody>
      </p:sp>
      <p:pic>
        <p:nvPicPr>
          <p:cNvPr id="34" name="グラフィックス 33" descr="データベース 枠線">
            <a:extLst>
              <a:ext uri="{FF2B5EF4-FFF2-40B4-BE49-F238E27FC236}">
                <a16:creationId xmlns:a16="http://schemas.microsoft.com/office/drawing/2014/main" id="{B795979D-4734-033F-5C2F-F15E956C3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9153" y="3886040"/>
            <a:ext cx="764340" cy="764340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B6524B4-1AB1-7D18-868A-B7EEFE2E63BF}"/>
              </a:ext>
            </a:extLst>
          </p:cNvPr>
          <p:cNvSpPr txBox="1"/>
          <p:nvPr/>
        </p:nvSpPr>
        <p:spPr>
          <a:xfrm>
            <a:off x="1650036" y="3662921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CF93786-052F-E126-5A3A-301FEF31E755}"/>
              </a:ext>
            </a:extLst>
          </p:cNvPr>
          <p:cNvSpPr txBox="1"/>
          <p:nvPr/>
        </p:nvSpPr>
        <p:spPr>
          <a:xfrm>
            <a:off x="1555714" y="333689"/>
            <a:ext cx="1312326" cy="128076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8233" tIns="39117" rIns="78233" bIns="39117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ja-JP" sz="1956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7199C6F-22C2-2BD4-4DF8-9CDE5036F166}"/>
              </a:ext>
            </a:extLst>
          </p:cNvPr>
          <p:cNvSpPr txBox="1"/>
          <p:nvPr/>
        </p:nvSpPr>
        <p:spPr>
          <a:xfrm>
            <a:off x="1699611" y="1187711"/>
            <a:ext cx="1184940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b="1" dirty="0">
                <a:solidFill>
                  <a:srgbClr val="FF0000"/>
                </a:solidFill>
                <a:latin typeface="游ゴシック" panose="02110004020202020204"/>
                <a:ea typeface="游ゴシック" panose="020B0400000000000000" pitchFamily="50" charset="-128"/>
              </a:rPr>
              <a:t>ケアマネ</a:t>
            </a:r>
          </a:p>
        </p:txBody>
      </p:sp>
      <p:pic>
        <p:nvPicPr>
          <p:cNvPr id="51" name="グラフィックス 50" descr="データベース 枠線">
            <a:extLst>
              <a:ext uri="{FF2B5EF4-FFF2-40B4-BE49-F238E27FC236}">
                <a16:creationId xmlns:a16="http://schemas.microsoft.com/office/drawing/2014/main" id="{EF9F74A4-56E8-28E6-507B-F03586D26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6440" y="549319"/>
            <a:ext cx="764340" cy="764340"/>
          </a:xfrm>
          <a:prstGeom prst="rect">
            <a:avLst/>
          </a:prstGeom>
        </p:spPr>
      </p:pic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396A249-D658-ADA4-43B4-7971535AF20D}"/>
              </a:ext>
            </a:extLst>
          </p:cNvPr>
          <p:cNvSpPr txBox="1"/>
          <p:nvPr/>
        </p:nvSpPr>
        <p:spPr>
          <a:xfrm>
            <a:off x="1717323" y="326200"/>
            <a:ext cx="1043876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石狩</a:t>
            </a:r>
            <a:r>
              <a:rPr lang="en-US" altLang="ja-JP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DC</a:t>
            </a:r>
            <a:endParaRPr lang="ja-JP" altLang="en-US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3062656A-EA31-2659-0A24-4365366FA121}"/>
              </a:ext>
            </a:extLst>
          </p:cNvPr>
          <p:cNvCxnSpPr>
            <a:cxnSpLocks/>
            <a:stCxn id="41" idx="3"/>
            <a:endCxn id="132" idx="1"/>
          </p:cNvCxnSpPr>
          <p:nvPr/>
        </p:nvCxnSpPr>
        <p:spPr>
          <a:xfrm>
            <a:off x="2868040" y="974070"/>
            <a:ext cx="2207915" cy="406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四角形: 角を丸くする 131">
            <a:extLst>
              <a:ext uri="{FF2B5EF4-FFF2-40B4-BE49-F238E27FC236}">
                <a16:creationId xmlns:a16="http://schemas.microsoft.com/office/drawing/2014/main" id="{DAFE2336-324B-A87B-511C-55EBD0F29DC4}"/>
              </a:ext>
            </a:extLst>
          </p:cNvPr>
          <p:cNvSpPr/>
          <p:nvPr/>
        </p:nvSpPr>
        <p:spPr>
          <a:xfrm>
            <a:off x="5075955" y="1119404"/>
            <a:ext cx="2361826" cy="522811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93587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ja-JP" altLang="en-US" sz="1956" dirty="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50" charset="-128"/>
              </a:rPr>
              <a:t>アセス情報</a:t>
            </a:r>
            <a:endParaRPr lang="en-US" altLang="ja-JP" sz="1956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50" charset="-128"/>
            </a:endParaRPr>
          </a:p>
        </p:txBody>
      </p:sp>
      <p:sp>
        <p:nvSpPr>
          <p:cNvPr id="136" name="四角形: 角を丸くする 135">
            <a:extLst>
              <a:ext uri="{FF2B5EF4-FFF2-40B4-BE49-F238E27FC236}">
                <a16:creationId xmlns:a16="http://schemas.microsoft.com/office/drawing/2014/main" id="{AC2C2BA7-36D2-80B4-AFA5-6D31BF6D5EF0}"/>
              </a:ext>
            </a:extLst>
          </p:cNvPr>
          <p:cNvSpPr/>
          <p:nvPr/>
        </p:nvSpPr>
        <p:spPr>
          <a:xfrm>
            <a:off x="1367594" y="149816"/>
            <a:ext cx="1799524" cy="166070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6EF94023-8625-4432-BAE5-C493864AE4F1}"/>
              </a:ext>
            </a:extLst>
          </p:cNvPr>
          <p:cNvSpPr/>
          <p:nvPr/>
        </p:nvSpPr>
        <p:spPr>
          <a:xfrm>
            <a:off x="-47279" y="744764"/>
            <a:ext cx="1799524" cy="166070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四角形: 角を丸くする 142">
            <a:extLst>
              <a:ext uri="{FF2B5EF4-FFF2-40B4-BE49-F238E27FC236}">
                <a16:creationId xmlns:a16="http://schemas.microsoft.com/office/drawing/2014/main" id="{2C348D18-D71A-A526-5007-3795802D7827}"/>
              </a:ext>
            </a:extLst>
          </p:cNvPr>
          <p:cNvSpPr/>
          <p:nvPr/>
        </p:nvSpPr>
        <p:spPr>
          <a:xfrm>
            <a:off x="1350124" y="3558613"/>
            <a:ext cx="1799524" cy="166070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4" name="図 143">
            <a:extLst>
              <a:ext uri="{FF2B5EF4-FFF2-40B4-BE49-F238E27FC236}">
                <a16:creationId xmlns:a16="http://schemas.microsoft.com/office/drawing/2014/main" id="{356B3FC8-C743-6E41-54CF-1071E2DBF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7781" y="5728730"/>
            <a:ext cx="410411" cy="411920"/>
          </a:xfrm>
          <a:prstGeom prst="rect">
            <a:avLst/>
          </a:prstGeom>
        </p:spPr>
      </p:pic>
      <p:pic>
        <p:nvPicPr>
          <p:cNvPr id="145" name="図 144">
            <a:extLst>
              <a:ext uri="{FF2B5EF4-FFF2-40B4-BE49-F238E27FC236}">
                <a16:creationId xmlns:a16="http://schemas.microsoft.com/office/drawing/2014/main" id="{C58A43AF-7FFD-4422-D0AB-0106EC2D62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277" y="3242298"/>
            <a:ext cx="410411" cy="411920"/>
          </a:xfrm>
          <a:prstGeom prst="rect">
            <a:avLst/>
          </a:prstGeom>
        </p:spPr>
      </p:pic>
      <p:pic>
        <p:nvPicPr>
          <p:cNvPr id="147" name="図 146">
            <a:extLst>
              <a:ext uri="{FF2B5EF4-FFF2-40B4-BE49-F238E27FC236}">
                <a16:creationId xmlns:a16="http://schemas.microsoft.com/office/drawing/2014/main" id="{D9053E28-18C6-ACF0-2717-9AB12C95A2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1965" y="1232630"/>
            <a:ext cx="410411" cy="41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8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767B53-2131-EEE2-33D7-FC94B9A69276}"/>
              </a:ext>
            </a:extLst>
          </p:cNvPr>
          <p:cNvSpPr txBox="1"/>
          <p:nvPr/>
        </p:nvSpPr>
        <p:spPr>
          <a:xfrm>
            <a:off x="452175" y="377651"/>
            <a:ext cx="8681777" cy="48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==Foundry</a:t>
            </a:r>
            <a:r>
              <a:rPr kumimoji="1" lang="ja-JP" altLang="en-US" dirty="0"/>
              <a:t>から新分析環境への移行</a:t>
            </a:r>
            <a:r>
              <a:rPr kumimoji="1" lang="en-US" altLang="ja-JP" dirty="0"/>
              <a:t>==</a:t>
            </a:r>
            <a:r>
              <a:rPr kumimoji="1" lang="ja-JP" altLang="en-US" dirty="0"/>
              <a:t>（過去分コンバート）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44D0AA-B3CB-5944-CAEA-8E0922B7E068}"/>
              </a:ext>
            </a:extLst>
          </p:cNvPr>
          <p:cNvSpPr txBox="1"/>
          <p:nvPr/>
        </p:nvSpPr>
        <p:spPr>
          <a:xfrm>
            <a:off x="757214" y="4285201"/>
            <a:ext cx="12349426" cy="127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データ分析には、過去のデータをすべて使用するので</a:t>
            </a:r>
            <a:r>
              <a:rPr lang="ja-JP" altLang="en-US" dirty="0"/>
              <a:t>、過去の</a:t>
            </a:r>
            <a:r>
              <a:rPr kumimoji="1" lang="ja-JP" altLang="en-US" dirty="0"/>
              <a:t>介護記録（</a:t>
            </a:r>
            <a:r>
              <a:rPr kumimoji="1" lang="en-US" altLang="ja-JP" dirty="0"/>
              <a:t>10</a:t>
            </a:r>
            <a:r>
              <a:rPr kumimoji="1" lang="ja-JP" altLang="en-US" dirty="0"/>
              <a:t>年分）</a:t>
            </a:r>
            <a:endParaRPr kumimoji="1" lang="en-US" altLang="ja-JP" dirty="0"/>
          </a:p>
          <a:p>
            <a:r>
              <a:rPr kumimoji="1" lang="ja-JP" altLang="en-US" dirty="0"/>
              <a:t>・眠り</a:t>
            </a:r>
            <a:r>
              <a:rPr kumimoji="1" lang="en-US" altLang="ja-JP" dirty="0"/>
              <a:t>SCAN</a:t>
            </a:r>
            <a:r>
              <a:rPr kumimoji="1" lang="ja-JP" altLang="en-US" dirty="0"/>
              <a:t>データなどすべてコンバートする。</a:t>
            </a:r>
            <a:endParaRPr kumimoji="1" lang="en-US" altLang="ja-JP" dirty="0"/>
          </a:p>
          <a:p>
            <a:r>
              <a:rPr lang="ja-JP" altLang="en-US" dirty="0"/>
              <a:t>データが大量で、一度にできないので、移行ツールの検討が必要。</a:t>
            </a:r>
            <a:endParaRPr kumimoji="1" lang="ja-JP" altLang="en-US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DB2005FB-BDFA-B7F2-4901-C21A3DA02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591096"/>
              </p:ext>
            </p:extLst>
          </p:nvPr>
        </p:nvGraphicFramePr>
        <p:xfrm>
          <a:off x="4632369" y="1168584"/>
          <a:ext cx="8474271" cy="2933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757">
                  <a:extLst>
                    <a:ext uri="{9D8B030D-6E8A-4147-A177-3AD203B41FA5}">
                      <a16:colId xmlns:a16="http://schemas.microsoft.com/office/drawing/2014/main" val="3534983891"/>
                    </a:ext>
                  </a:extLst>
                </a:gridCol>
                <a:gridCol w="2824757">
                  <a:extLst>
                    <a:ext uri="{9D8B030D-6E8A-4147-A177-3AD203B41FA5}">
                      <a16:colId xmlns:a16="http://schemas.microsoft.com/office/drawing/2014/main" val="3333602186"/>
                    </a:ext>
                  </a:extLst>
                </a:gridCol>
                <a:gridCol w="2824757">
                  <a:extLst>
                    <a:ext uri="{9D8B030D-6E8A-4147-A177-3AD203B41FA5}">
                      <a16:colId xmlns:a16="http://schemas.microsoft.com/office/drawing/2014/main" val="3423045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Raw</a:t>
                      </a:r>
                      <a:r>
                        <a:rPr kumimoji="1" lang="ja-JP" altLang="en-US" dirty="0"/>
                        <a:t>データセット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サマリーデータ（</a:t>
                      </a:r>
                      <a:r>
                        <a:rPr kumimoji="1" lang="en-US" altLang="ja-JP" dirty="0" err="1"/>
                        <a:t>data_integration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30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介護記録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340 GB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100GB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3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連携</a:t>
                      </a:r>
                      <a:r>
                        <a:rPr kumimoji="1" lang="en-US" altLang="ja-JP" dirty="0"/>
                        <a:t>PF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52.3 MB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60 MB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859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眠り</a:t>
                      </a:r>
                      <a:r>
                        <a:rPr kumimoji="1" lang="en-US" altLang="ja-JP" dirty="0"/>
                        <a:t>SCAN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 TB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0.7 GB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64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Nurse call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7.5 GB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477 MB (Nurse call log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42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AV4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3.4 GB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多数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36003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0FD860-72C7-806F-60D5-A4A1A5CD861A}"/>
              </a:ext>
            </a:extLst>
          </p:cNvPr>
          <p:cNvSpPr txBox="1"/>
          <p:nvPr/>
        </p:nvSpPr>
        <p:spPr>
          <a:xfrm>
            <a:off x="141048" y="5561320"/>
            <a:ext cx="6013185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２．　新旧データをマージ・ロジックを考える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F166F1C-2062-96CB-B4C6-A004393C8F85}"/>
              </a:ext>
            </a:extLst>
          </p:cNvPr>
          <p:cNvSpPr txBox="1"/>
          <p:nvPr/>
        </p:nvSpPr>
        <p:spPr>
          <a:xfrm>
            <a:off x="341644" y="1316334"/>
            <a:ext cx="3153427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１．過去データの移行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854D71F-3C43-7A96-5BCC-02F50DAFF2AF}"/>
              </a:ext>
            </a:extLst>
          </p:cNvPr>
          <p:cNvSpPr txBox="1"/>
          <p:nvPr/>
        </p:nvSpPr>
        <p:spPr>
          <a:xfrm>
            <a:off x="1788607" y="6048248"/>
            <a:ext cx="7752443" cy="127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Foundry</a:t>
            </a:r>
            <a:r>
              <a:rPr kumimoji="1" lang="ja-JP" altLang="en-US" dirty="0"/>
              <a:t>データと</a:t>
            </a:r>
            <a:r>
              <a:rPr kumimoji="1" lang="en-US" altLang="ja-JP" dirty="0" err="1"/>
              <a:t>carebase</a:t>
            </a:r>
            <a:r>
              <a:rPr kumimoji="1" lang="ja-JP" altLang="en-US" dirty="0"/>
              <a:t>で、データレイアウトが違う。</a:t>
            </a:r>
            <a:endParaRPr kumimoji="1" lang="en-US" altLang="ja-JP" dirty="0"/>
          </a:p>
          <a:p>
            <a:r>
              <a:rPr lang="ja-JP" altLang="en-US" dirty="0"/>
              <a:t>データ定義が異なるので、変換する必要がある。</a:t>
            </a:r>
            <a:endParaRPr lang="en-US" altLang="ja-JP" dirty="0"/>
          </a:p>
          <a:p>
            <a:r>
              <a:rPr lang="en-US" altLang="ja-JP" dirty="0"/>
              <a:t>=&gt;  </a:t>
            </a:r>
            <a:r>
              <a:rPr lang="en-US" altLang="ja-JP" dirty="0" err="1"/>
              <a:t>FITandGAP</a:t>
            </a:r>
            <a:r>
              <a:rPr lang="ja-JP" altLang="en-US" dirty="0"/>
              <a:t>からマージロジックを考える。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0192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B59AB6-58AB-0D38-7DAC-E5C4A8FBAC1B}"/>
              </a:ext>
            </a:extLst>
          </p:cNvPr>
          <p:cNvSpPr txBox="1"/>
          <p:nvPr/>
        </p:nvSpPr>
        <p:spPr>
          <a:xfrm>
            <a:off x="171279" y="128790"/>
            <a:ext cx="8681777" cy="48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==Foundry</a:t>
            </a:r>
            <a:r>
              <a:rPr kumimoji="1" lang="ja-JP" altLang="en-US" dirty="0"/>
              <a:t>から新分析環境への移行</a:t>
            </a:r>
            <a:r>
              <a:rPr kumimoji="1" lang="en-US" altLang="ja-JP" dirty="0"/>
              <a:t>==</a:t>
            </a:r>
            <a:r>
              <a:rPr kumimoji="1" lang="ja-JP" altLang="en-US" dirty="0"/>
              <a:t>（作業計画の概要）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6A8C2C-1558-9F15-F93C-5FCF0BC7CA89}"/>
              </a:ext>
            </a:extLst>
          </p:cNvPr>
          <p:cNvSpPr txBox="1"/>
          <p:nvPr/>
        </p:nvSpPr>
        <p:spPr>
          <a:xfrm>
            <a:off x="171279" y="2746037"/>
            <a:ext cx="4661854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Step1  </a:t>
            </a:r>
            <a:r>
              <a:rPr kumimoji="1" lang="ja-JP" altLang="en-US" dirty="0"/>
              <a:t>パイプライン部分の移植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D3E0FB-8BD1-2298-4645-9FE660B32BEE}"/>
              </a:ext>
            </a:extLst>
          </p:cNvPr>
          <p:cNvSpPr txBox="1"/>
          <p:nvPr/>
        </p:nvSpPr>
        <p:spPr>
          <a:xfrm>
            <a:off x="823623" y="668412"/>
            <a:ext cx="11455380" cy="206530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基本方針：中盤のパイプラインの部分をまず、最初に移植する。</a:t>
            </a:r>
            <a:endParaRPr kumimoji="1" lang="en-US" altLang="ja-JP" dirty="0"/>
          </a:p>
          <a:p>
            <a:r>
              <a:rPr lang="ja-JP" altLang="en-US" dirty="0"/>
              <a:t>　　　　　　　</a:t>
            </a:r>
            <a:r>
              <a:rPr lang="en-US" altLang="ja-JP" dirty="0" err="1"/>
              <a:t>Data_connection</a:t>
            </a:r>
            <a:r>
              <a:rPr lang="ja-JP" altLang="en-US" dirty="0"/>
              <a:t>の部分は、現行システム（薬の窓口など）との</a:t>
            </a:r>
            <a:endParaRPr lang="en-US" altLang="ja-JP" dirty="0"/>
          </a:p>
          <a:p>
            <a:r>
              <a:rPr kumimoji="1" lang="ja-JP" altLang="en-US" dirty="0"/>
              <a:t>　　　　　　　リンクを優先して、</a:t>
            </a:r>
            <a:r>
              <a:rPr kumimoji="1" lang="en-US" altLang="ja-JP" dirty="0" err="1"/>
              <a:t>CareBase</a:t>
            </a:r>
            <a:r>
              <a:rPr kumimoji="1" lang="ja-JP" altLang="en-US" dirty="0"/>
              <a:t>は移行計画が確定した部分から考える</a:t>
            </a:r>
            <a:endParaRPr kumimoji="1" lang="en-US" altLang="ja-JP" dirty="0"/>
          </a:p>
          <a:p>
            <a:r>
              <a:rPr lang="ja-JP" altLang="en-US" dirty="0"/>
              <a:t>　　　　　　　見える化部分（アプリブロック・</a:t>
            </a:r>
            <a:r>
              <a:rPr lang="en-US" altLang="ja-JP" dirty="0"/>
              <a:t>CMC</a:t>
            </a:r>
            <a:r>
              <a:rPr lang="ja-JP" altLang="en-US" dirty="0"/>
              <a:t>画面回り）については、現行</a:t>
            </a:r>
            <a:r>
              <a:rPr lang="en-US" altLang="ja-JP" dirty="0"/>
              <a:t>CMC</a:t>
            </a:r>
            <a:r>
              <a:rPr lang="ja-JP" altLang="en-US" dirty="0"/>
              <a:t>を</a:t>
            </a:r>
            <a:endParaRPr lang="en-US" altLang="ja-JP" dirty="0"/>
          </a:p>
          <a:p>
            <a:r>
              <a:rPr kumimoji="1" lang="ja-JP" altLang="en-US" dirty="0"/>
              <a:t>　　　　　　　すべて移植を前提に設計はするが、実装は確定するまで行わない。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8570E4-500B-8CB2-867E-4B4A734809DC}"/>
              </a:ext>
            </a:extLst>
          </p:cNvPr>
          <p:cNvSpPr txBox="1"/>
          <p:nvPr/>
        </p:nvSpPr>
        <p:spPr>
          <a:xfrm>
            <a:off x="1219428" y="3232965"/>
            <a:ext cx="89450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基本的に、現行</a:t>
            </a:r>
            <a:r>
              <a:rPr kumimoji="1" lang="en-US" altLang="ja-JP" sz="2000" dirty="0"/>
              <a:t>Foundry</a:t>
            </a:r>
            <a:r>
              <a:rPr kumimoji="1" lang="ja-JP" altLang="en-US" sz="2000" dirty="0"/>
              <a:t>の</a:t>
            </a:r>
            <a:r>
              <a:rPr kumimoji="1" lang="en-US" altLang="ja-JP" sz="2000" dirty="0" err="1"/>
              <a:t>Pyspark</a:t>
            </a:r>
            <a:r>
              <a:rPr kumimoji="1" lang="ja-JP" altLang="en-US" sz="2000" dirty="0"/>
              <a:t>プログラムを移植する。</a:t>
            </a:r>
            <a:endParaRPr kumimoji="1" lang="en-US" altLang="ja-JP" sz="2000" dirty="0"/>
          </a:p>
          <a:p>
            <a:r>
              <a:rPr lang="ja-JP" altLang="en-US" sz="2000" dirty="0"/>
              <a:t>基本ロジックは継承する。データ加工部分（</a:t>
            </a:r>
            <a:r>
              <a:rPr lang="en-US" altLang="ja-JP" sz="2000" dirty="0" err="1"/>
              <a:t>Data_Integration</a:t>
            </a:r>
            <a:r>
              <a:rPr lang="ja-JP" altLang="en-US" sz="2000" dirty="0"/>
              <a:t>）を最初に作成する。</a:t>
            </a:r>
            <a:endParaRPr lang="en-US" altLang="ja-JP" sz="2000" dirty="0"/>
          </a:p>
          <a:p>
            <a:r>
              <a:rPr lang="en-US" altLang="ja-JP" sz="2000" dirty="0"/>
              <a:t>DWH</a:t>
            </a:r>
            <a:r>
              <a:rPr lang="ja-JP" altLang="en-US" sz="2000" dirty="0"/>
              <a:t>作成までを最初に行い、</a:t>
            </a:r>
            <a:r>
              <a:rPr lang="en-US" altLang="ja-JP" sz="2000" dirty="0"/>
              <a:t>EUC</a:t>
            </a:r>
            <a:r>
              <a:rPr lang="ja-JP" altLang="en-US" sz="2000" dirty="0"/>
              <a:t>部分は、詳細が決まってから作成する。</a:t>
            </a:r>
            <a:endParaRPr lang="en-US" altLang="ja-JP" sz="2000" dirty="0"/>
          </a:p>
          <a:p>
            <a:r>
              <a:rPr lang="en-US" altLang="ja-JP" sz="2000" dirty="0"/>
              <a:t>DWH</a:t>
            </a:r>
            <a:r>
              <a:rPr lang="ja-JP" altLang="en-US" sz="2000" dirty="0"/>
              <a:t>の作成には、データの整理が必要。</a:t>
            </a:r>
            <a:endParaRPr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3946D4-A540-AB37-0684-23B62B8896F9}"/>
              </a:ext>
            </a:extLst>
          </p:cNvPr>
          <p:cNvSpPr txBox="1"/>
          <p:nvPr/>
        </p:nvSpPr>
        <p:spPr>
          <a:xfrm>
            <a:off x="171279" y="4504868"/>
            <a:ext cx="6947736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Step</a:t>
            </a:r>
            <a:r>
              <a:rPr kumimoji="1" lang="ja-JP" altLang="en-US" dirty="0"/>
              <a:t>２</a:t>
            </a:r>
            <a:r>
              <a:rPr lang="ja-JP" altLang="en-US" dirty="0"/>
              <a:t>　　</a:t>
            </a:r>
            <a:r>
              <a:rPr kumimoji="1" lang="en-US" altLang="ja-JP" dirty="0" err="1"/>
              <a:t>Data_connection</a:t>
            </a:r>
            <a:r>
              <a:rPr kumimoji="1" lang="ja-JP" altLang="en-US" dirty="0"/>
              <a:t>部分の接続環境構築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9E21AC-561B-13FB-7E16-77FD56AC6BC1}"/>
              </a:ext>
            </a:extLst>
          </p:cNvPr>
          <p:cNvSpPr txBox="1"/>
          <p:nvPr/>
        </p:nvSpPr>
        <p:spPr>
          <a:xfrm>
            <a:off x="1245075" y="4991796"/>
            <a:ext cx="114056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接続方法をもとに、接続できる経路を構築（</a:t>
            </a:r>
            <a:r>
              <a:rPr lang="ja-JP" altLang="en-US" sz="2000" dirty="0"/>
              <a:t>統合アプリなどを含む）</a:t>
            </a:r>
            <a:endParaRPr lang="en-US" altLang="ja-JP" sz="2000" dirty="0"/>
          </a:p>
          <a:p>
            <a:r>
              <a:rPr kumimoji="1" lang="ja-JP" altLang="en-US" sz="2000" dirty="0"/>
              <a:t>アセス・介護記録の</a:t>
            </a:r>
            <a:r>
              <a:rPr kumimoji="1" lang="en-US" altLang="ja-JP" sz="2000" dirty="0" err="1"/>
              <a:t>Fit&amp;Gap</a:t>
            </a:r>
            <a:r>
              <a:rPr kumimoji="1" lang="ja-JP" altLang="en-US" sz="2000" dirty="0"/>
              <a:t>をもとに、大きなデータの定義変更及び欠落データに</a:t>
            </a:r>
            <a:r>
              <a:rPr lang="ja-JP" altLang="en-US" sz="2000" dirty="0"/>
              <a:t>対応するロジック開発。</a:t>
            </a:r>
            <a:endParaRPr lang="en-US" altLang="ja-JP" sz="2000" dirty="0"/>
          </a:p>
          <a:p>
            <a:r>
              <a:rPr lang="ja-JP" altLang="en-US" sz="2000" dirty="0"/>
              <a:t>（この部分で手戻りが発生してもしようがない。。現行システムと同じ前提で設計してから後で直す。</a:t>
            </a:r>
            <a:endParaRPr lang="en-US" altLang="ja-JP" sz="2000" dirty="0"/>
          </a:p>
          <a:p>
            <a:r>
              <a:rPr kumimoji="1" lang="ja-JP" altLang="en-US" sz="2000" dirty="0"/>
              <a:t>　アセスだけ</a:t>
            </a:r>
            <a:r>
              <a:rPr kumimoji="1" lang="en-US" altLang="ja-JP" sz="2000" dirty="0" err="1"/>
              <a:t>CareBase</a:t>
            </a:r>
            <a:r>
              <a:rPr kumimoji="1" lang="ja-JP" altLang="en-US" sz="2000" dirty="0"/>
              <a:t>移行して、介護記録は「くすりの窓口」の前提）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68DE0-F70F-E7FB-2C53-94B0FC46A2FB}"/>
              </a:ext>
            </a:extLst>
          </p:cNvPr>
          <p:cNvSpPr txBox="1"/>
          <p:nvPr/>
        </p:nvSpPr>
        <p:spPr>
          <a:xfrm>
            <a:off x="171279" y="6263699"/>
            <a:ext cx="7923964" cy="48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Step</a:t>
            </a:r>
            <a:r>
              <a:rPr lang="ja-JP" altLang="en-US" dirty="0"/>
              <a:t>３　　見える化部分（アプリブロック・</a:t>
            </a:r>
            <a:r>
              <a:rPr lang="en-US" altLang="ja-JP" dirty="0"/>
              <a:t>CMC</a:t>
            </a:r>
            <a:r>
              <a:rPr lang="ja-JP" altLang="en-US" dirty="0"/>
              <a:t>画面部分）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C9EC7F-4105-AD40-C907-53D7197960E1}"/>
              </a:ext>
            </a:extLst>
          </p:cNvPr>
          <p:cNvSpPr txBox="1"/>
          <p:nvPr/>
        </p:nvSpPr>
        <p:spPr>
          <a:xfrm>
            <a:off x="1569027" y="6743839"/>
            <a:ext cx="8922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設計は、現行</a:t>
            </a:r>
            <a:r>
              <a:rPr kumimoji="1" lang="en-US" altLang="ja-JP" sz="2000" dirty="0"/>
              <a:t>CMC</a:t>
            </a:r>
            <a:r>
              <a:rPr kumimoji="1" lang="ja-JP" altLang="en-US" sz="2000" dirty="0"/>
              <a:t>をもとに全画面を移植する前提で考える。</a:t>
            </a:r>
            <a:endParaRPr kumimoji="1" lang="en-US" altLang="ja-JP" sz="2000" dirty="0"/>
          </a:p>
          <a:p>
            <a:r>
              <a:rPr lang="ja-JP" altLang="en-US" sz="2000" dirty="0"/>
              <a:t>実装は、</a:t>
            </a:r>
            <a:r>
              <a:rPr lang="en-US" altLang="ja-JP" sz="2000" dirty="0" err="1"/>
              <a:t>CareBase</a:t>
            </a:r>
            <a:r>
              <a:rPr lang="ja-JP" altLang="en-US" sz="2000" dirty="0"/>
              <a:t>の見える化を使用するかどうか決まってから、実装作業を開始</a:t>
            </a:r>
            <a:endParaRPr kumimoji="1" lang="ja-JP" altLang="en-US" sz="2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76CC9FD-CEF2-121E-DF4B-4569B7F455ED}"/>
              </a:ext>
            </a:extLst>
          </p:cNvPr>
          <p:cNvSpPr txBox="1"/>
          <p:nvPr/>
        </p:nvSpPr>
        <p:spPr>
          <a:xfrm>
            <a:off x="9237519" y="3997036"/>
            <a:ext cx="5764720" cy="1015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Step1</a:t>
            </a:r>
            <a:r>
              <a:rPr lang="ja-JP" altLang="en-US" sz="2000" dirty="0"/>
              <a:t>は、</a:t>
            </a:r>
            <a:r>
              <a:rPr lang="en-US" altLang="ja-JP" sz="2000" dirty="0" err="1"/>
              <a:t>CareBase</a:t>
            </a:r>
            <a:r>
              <a:rPr lang="ja-JP" altLang="en-US" sz="2000" dirty="0"/>
              <a:t>に関係なく始められる</a:t>
            </a:r>
            <a:endParaRPr lang="en-US" altLang="ja-JP" sz="2000" dirty="0"/>
          </a:p>
          <a:p>
            <a:r>
              <a:rPr kumimoji="1" lang="en-US" altLang="ja-JP" sz="2000" dirty="0" err="1"/>
              <a:t>CareBase</a:t>
            </a:r>
            <a:r>
              <a:rPr kumimoji="1" lang="ja-JP" altLang="en-US" sz="2000" dirty="0"/>
              <a:t>に介護記録が移行するどうかは</a:t>
            </a:r>
            <a:r>
              <a:rPr lang="en-US" altLang="ja-JP" sz="2000" dirty="0"/>
              <a:t>Step2</a:t>
            </a:r>
            <a:r>
              <a:rPr lang="ja-JP" altLang="en-US" sz="2000" dirty="0"/>
              <a:t>。</a:t>
            </a:r>
            <a:endParaRPr lang="en-US" altLang="ja-JP" sz="2000" dirty="0"/>
          </a:p>
          <a:p>
            <a:r>
              <a:rPr lang="en-US" altLang="ja-JP" sz="2000" dirty="0" err="1"/>
              <a:t>CareBase</a:t>
            </a:r>
            <a:r>
              <a:rPr lang="ja-JP" altLang="en-US" sz="2000" dirty="0"/>
              <a:t>の見える化を使用するかどうかは</a:t>
            </a:r>
            <a:r>
              <a:rPr lang="en-US" altLang="ja-JP" sz="2000" dirty="0"/>
              <a:t>Step3</a:t>
            </a:r>
            <a:r>
              <a:rPr lang="ja-JP" altLang="en-US" sz="2000" dirty="0"/>
              <a:t>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40763433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標準デザイン">
  <a:themeElements>
    <a:clrScheme name="sjnk_color">
      <a:dk1>
        <a:srgbClr val="000000"/>
      </a:dk1>
      <a:lt1>
        <a:srgbClr val="FFFFFF"/>
      </a:lt1>
      <a:dk2>
        <a:srgbClr val="CC0022"/>
      </a:dk2>
      <a:lt2>
        <a:srgbClr val="75757C"/>
      </a:lt2>
      <a:accent1>
        <a:srgbClr val="D53134"/>
      </a:accent1>
      <a:accent2>
        <a:srgbClr val="F8CAB9"/>
      </a:accent2>
      <a:accent3>
        <a:srgbClr val="009F3A"/>
      </a:accent3>
      <a:accent4>
        <a:srgbClr val="C3DCA7"/>
      </a:accent4>
      <a:accent5>
        <a:srgbClr val="C7D200"/>
      </a:accent5>
      <a:accent6>
        <a:srgbClr val="EEEE8A"/>
      </a:accent6>
      <a:hlink>
        <a:srgbClr val="0099FF"/>
      </a:hlink>
      <a:folHlink>
        <a:srgbClr val="99CC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 cap="flat" cmpd="sng" algn="ctr">
          <a:solidFill>
            <a:schemeClr val="tx1"/>
          </a:solidFill>
          <a:prstDash val="solid"/>
        </a:ln>
        <a:effectLst/>
      </a:spPr>
      <a:bodyPr wrap="none"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Arial"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Meiryo UI" panose="020B0604030504040204" pitchFamily="50" charset="-128"/>
            <a:ea typeface="Meiryo UI" panose="020B0604030504040204" pitchFamily="50" charset="-128"/>
            <a:sym typeface="Arial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860A8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Microsoft Sans Serif" charset="-52"/>
            <a:ea typeface="ＭＳ Ｐゴシック" charset="-128"/>
            <a:cs typeface="ＭＳ Ｐゴシック" charset="-128"/>
          </a:defRPr>
        </a:defPPr>
      </a:lstStyle>
    </a:lnDef>
    <a:txDef>
      <a:spPr>
        <a:noFill/>
        <a:ln>
          <a:noFill/>
        </a:ln>
      </a:spPr>
      <a:bodyPr wrap="none" rtlCol="0">
        <a:spAutoFit/>
      </a:bodyPr>
      <a:lstStyle>
        <a:defPPr algn="ctr" eaLnBrk="1" fontAlgn="auto" hangingPunct="1">
          <a:spcBef>
            <a:spcPts val="0"/>
          </a:spcBef>
          <a:spcAft>
            <a:spcPts val="0"/>
          </a:spcAft>
          <a:buClr>
            <a:srgbClr val="000000"/>
          </a:buClr>
          <a:defRPr kumimoji="1" sz="1200" kern="0" dirty="0" smtClean="0">
            <a:solidFill>
              <a:srgbClr val="000000"/>
            </a:solidFill>
            <a:latin typeface="Meiryo UI" panose="020B0604030504040204" pitchFamily="50" charset="-128"/>
            <a:ea typeface="Meiryo UI" panose="020B0604030504040204" pitchFamily="50" charset="-128"/>
            <a:cs typeface="Arial"/>
            <a:sym typeface="Arial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99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介護RDP/外部アプローチ（データガバナンス）" id="{D51D6F93-4092-7C49-9671-B0F7DF6D5A5D}" vid="{59A6DED0-0EA2-5645-BB01-35330B7DEEB8}"/>
    </a:ext>
  </a:extLst>
</a:theme>
</file>

<file path=ppt/theme/theme2.xml><?xml version="1.0" encoding="utf-8"?>
<a:theme xmlns:a="http://schemas.openxmlformats.org/drawingml/2006/main" name="SOMPO Grid 16:9">
  <a:themeElements>
    <a:clrScheme name="Custom 1">
      <a:dk1>
        <a:srgbClr val="000000"/>
      </a:dk1>
      <a:lt1>
        <a:sysClr val="window" lastClr="FFFFFF"/>
      </a:lt1>
      <a:dk2>
        <a:srgbClr val="005398"/>
      </a:dk2>
      <a:lt2>
        <a:srgbClr val="F2F2F2"/>
      </a:lt2>
      <a:accent1>
        <a:srgbClr val="298CA3"/>
      </a:accent1>
      <a:accent2>
        <a:srgbClr val="B91B2A"/>
      </a:accent2>
      <a:accent3>
        <a:srgbClr val="DA8200"/>
      </a:accent3>
      <a:accent4>
        <a:srgbClr val="759632"/>
      </a:accent4>
      <a:accent5>
        <a:srgbClr val="7F7F7F"/>
      </a:accent5>
      <a:accent6>
        <a:srgbClr val="005398"/>
      </a:accent6>
      <a:hlink>
        <a:srgbClr val="00B0F0"/>
      </a:hlink>
      <a:folHlink>
        <a:srgbClr val="00B0F0"/>
      </a:folHlink>
    </a:clrScheme>
    <a:fontScheme name="Custom 1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 cap="rnd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200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7F7F7F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標準デザイン</Template>
  <TotalTime>66524</TotalTime>
  <Words>1229</Words>
  <Application>Microsoft Office PowerPoint</Application>
  <PresentationFormat>ユーザー設定</PresentationFormat>
  <Paragraphs>332</Paragraphs>
  <Slides>8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22" baseType="lpstr">
      <vt:lpstr>BIZ UDPゴシック</vt:lpstr>
      <vt:lpstr>Meiryo UI</vt:lpstr>
      <vt:lpstr>ＭＳ Ｐゴシック</vt:lpstr>
      <vt:lpstr>メイリオ</vt:lpstr>
      <vt:lpstr>游ゴシック</vt:lpstr>
      <vt:lpstr>游ゴシック Light</vt:lpstr>
      <vt:lpstr>Arial</vt:lpstr>
      <vt:lpstr>Microsoft Sans Serif</vt:lpstr>
      <vt:lpstr>Trebuchet MS</vt:lpstr>
      <vt:lpstr>Wingdings</vt:lpstr>
      <vt:lpstr>標準デザイン</vt:lpstr>
      <vt:lpstr>SOMPO Grid 16:9</vt:lpstr>
      <vt:lpstr>Office テーマ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介護RDP　外部アプローチに向けた データガバナンス</dc:title>
  <dc:creator>齊藤 景</dc:creator>
  <cp:lastModifiedBy>sup92707</cp:lastModifiedBy>
  <cp:revision>1924</cp:revision>
  <cp:lastPrinted>2019-03-08T08:52:27Z</cp:lastPrinted>
  <dcterms:created xsi:type="dcterms:W3CDTF">2021-03-31T12:52:18Z</dcterms:created>
  <dcterms:modified xsi:type="dcterms:W3CDTF">2026-02-02T03:03:26Z</dcterms:modified>
</cp:coreProperties>
</file>