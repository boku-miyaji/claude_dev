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147483632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D03C3AB-DF2B-5B23-888C-119B8DA16063}" name="yoshihisa_kawada" initials="佳川" userId="S::yoshihisa.kawada@acesinc.co.jp::106f6240-58c8-45c1-a9c3-3c5b0ecfb799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BE3D6"/>
    <a:srgbClr val="4EA72E"/>
    <a:srgbClr val="F2CFEE"/>
    <a:srgbClr val="F2AC9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4905" autoAdjust="0"/>
    <p:restoredTop sz="94725" autoAdjust="0"/>
  </p:normalViewPr>
  <p:slideViewPr>
    <p:cSldViewPr snapToGrid="0">
      <p:cViewPr varScale="1">
        <p:scale>
          <a:sx n="113" d="100"/>
          <a:sy n="113" d="100"/>
        </p:scale>
        <p:origin x="100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8/10/relationships/authors" Target="authors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CC7CC6-B31B-4B99-9E80-C37A2F661B29}" type="datetimeFigureOut">
              <a:rPr kumimoji="1" lang="ja-JP" altLang="en-US" smtClean="0"/>
              <a:t>2026/3/31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12BCD6-39A9-4C52-95CD-9EBB91A282F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863696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AB914A2-A325-5AC1-1B22-633E645D08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E8F0672F-A662-AAE0-E0FA-3C81D85ED2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29D42BC-4AA0-A534-9F93-4EEAA6267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03FDA1-3739-4159-821B-A8668D70B5CD}" type="datetimeFigureOut">
              <a:rPr kumimoji="1" lang="ja-JP" altLang="en-US" smtClean="0"/>
              <a:t>2026/3/31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BA3B1F1-7E9D-9B50-F0A7-0FCA193FC4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82D90D9-0721-91D5-FBCE-8936D42A6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4F926-9E7E-4B0E-A59F-B8E8A9E0617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636286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346427E-4270-BBC2-0094-F2FBA36EBE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A481F5E-0B19-F5FE-8B87-11DE3B6AB6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40CF1C6-DC34-53CB-6780-FDC7B08A6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03FDA1-3739-4159-821B-A8668D70B5CD}" type="datetimeFigureOut">
              <a:rPr kumimoji="1" lang="ja-JP" altLang="en-US" smtClean="0"/>
              <a:t>2026/3/31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DAE12C8-EEE8-428A-E243-587B7E625B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4B2B8B-B243-5A29-BD5B-32EF137D8B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4F926-9E7E-4B0E-A59F-B8E8A9E0617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75015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FB30ADB-B480-A48A-8E59-0C0F04D987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57D3A9B-569F-9242-BDEF-4B32278413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C360230-56EC-A432-A4B6-0423DF2A4E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03FDA1-3739-4159-821B-A8668D70B5CD}" type="datetimeFigureOut">
              <a:rPr kumimoji="1" lang="ja-JP" altLang="en-US" smtClean="0"/>
              <a:t>2026/3/31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8BAF3C-E798-31F0-A7FD-CE8D88B066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8D8AB8A-2AEE-B193-95E8-78FD5D0CE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4F926-9E7E-4B0E-A59F-B8E8A9E0617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286032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6A167B4-2BAC-C291-5253-8507E1A61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D4A599B-0082-9569-72C8-0BBB4FA389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AA51AFF-6A30-5E9F-8500-5CD340B0D5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EFDB57C-00AB-B635-43D4-CDCC7ECDA8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03FDA1-3739-4159-821B-A8668D70B5CD}" type="datetimeFigureOut">
              <a:rPr kumimoji="1" lang="ja-JP" altLang="en-US" smtClean="0"/>
              <a:t>2026/3/31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683BD60-27E2-0E60-957B-CB22D200DD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95FAAD7-4FCD-7077-1EF6-BE3D258CD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4F926-9E7E-4B0E-A59F-B8E8A9E0617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756642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56ACD6D-2517-C3BF-532C-66CB50E80B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A861ECD-6C0E-5CB6-55A7-B4389F7B22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B4C202D2-E4D2-93A9-1911-E97EF9A157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161F6B58-0E1B-18D0-96CD-0A37D90787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E85C8C67-F72E-9DF5-33E4-7B30E46D1A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E56EA753-E9D5-1C68-6B80-612062D248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03FDA1-3739-4159-821B-A8668D70B5CD}" type="datetimeFigureOut">
              <a:rPr kumimoji="1" lang="ja-JP" altLang="en-US" smtClean="0"/>
              <a:t>2026/3/31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3E5D02DD-5FDF-04AE-E43E-14C23ED320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ABC040AC-0F22-4D57-0F53-BCD6792D99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4F926-9E7E-4B0E-A59F-B8E8A9E0617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097638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16427FB-D093-A868-231A-0E0BA4AEC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E849F032-7608-A051-0A92-89DE6F5B54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03FDA1-3739-4159-821B-A8668D70B5CD}" type="datetimeFigureOut">
              <a:rPr kumimoji="1" lang="ja-JP" altLang="en-US" smtClean="0"/>
              <a:t>2026/3/31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B671150-AC18-F3E4-55F2-D6AF61E36E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4B0296D8-807D-5989-88AB-9C88FEAC9D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4F926-9E7E-4B0E-A59F-B8E8A9E0617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256035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721754EE-1406-DE6C-BFA9-1FD96C5E0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03FDA1-3739-4159-821B-A8668D70B5CD}" type="datetimeFigureOut">
              <a:rPr kumimoji="1" lang="ja-JP" altLang="en-US" smtClean="0"/>
              <a:t>2026/3/31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6BDD9CB9-2775-8FDF-801B-DE57C07D72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F50572D-31C1-8785-F6C1-86FBA2ABF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4F926-9E7E-4B0E-A59F-B8E8A9E0617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908810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497F8EB-B484-385A-F0D0-109E3AB56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F30E02C-E930-B358-4CE2-C76D3B66AF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E74B8F9B-04F3-CC27-5C0B-2F365BB7A0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B492D9A-B99C-ECC9-E58D-C352209519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03FDA1-3739-4159-821B-A8668D70B5CD}" type="datetimeFigureOut">
              <a:rPr kumimoji="1" lang="ja-JP" altLang="en-US" smtClean="0"/>
              <a:t>2026/3/31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E9612A4-CBDC-FE8F-5D7B-0636BD11EE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1B8DD24-5587-A248-91C3-C22C1B935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4F926-9E7E-4B0E-A59F-B8E8A9E0617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938268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20EF4C0-B0ED-C218-1C52-E706306A12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56ED5336-638E-9AF6-BE61-0632DACCB6C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E64F0C2-3439-7072-7C74-7A45BB8A49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2692BE3-E8BE-20C0-78E7-1A85A455C1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03FDA1-3739-4159-821B-A8668D70B5CD}" type="datetimeFigureOut">
              <a:rPr kumimoji="1" lang="ja-JP" altLang="en-US" smtClean="0"/>
              <a:t>2026/3/31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DD13EE9-D5DF-54A0-D88D-67441BA7C5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6532618-A57F-D12F-B3B9-36FB5A91DB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4F926-9E7E-4B0E-A59F-B8E8A9E0617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447016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08BA70-43E4-3E0B-F9D9-2E65B86478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C34C5199-1B8C-937E-3868-73B44C24F6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DE3C11A-E2D2-670E-F9F6-F3E3C83D15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03FDA1-3739-4159-821B-A8668D70B5CD}" type="datetimeFigureOut">
              <a:rPr kumimoji="1" lang="ja-JP" altLang="en-US" smtClean="0"/>
              <a:t>2026/3/31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0D57AED-91EB-833A-C0A2-4DC8C1EF23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A316A87-4F18-CE23-1C4A-EC1046BA5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4F926-9E7E-4B0E-A59F-B8E8A9E0617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853614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051ED389-3FBC-0733-880F-57CF1AB941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E4DF6A8F-D6D8-63D3-6FDB-4E032814AA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871EB2F-A1A8-3340-3AAB-04845BCF03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03FDA1-3739-4159-821B-A8668D70B5CD}" type="datetimeFigureOut">
              <a:rPr kumimoji="1" lang="ja-JP" altLang="en-US" smtClean="0"/>
              <a:t>2026/3/31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13DF758-3057-0471-6BF9-8784A40823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E2D0BD8-096E-E28D-1348-0FB719FBAC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4F926-9E7E-4B0E-A59F-B8E8A9E0617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020367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s_Title&amp;Message_Left">
  <p:cSld name="Contents_Title&amp;Message_Left">
    <p:bg>
      <p:bgPr>
        <a:solidFill>
          <a:srgbClr val="FFFFFF"/>
        </a:solid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oogle Shape;23;p103" descr="preencod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36" y="6370984"/>
            <a:ext cx="12192000" cy="482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24;p10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945688" y="6573860"/>
            <a:ext cx="1405467" cy="93133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103"/>
          <p:cNvSpPr txBox="1">
            <a:spLocks noGrp="1"/>
          </p:cNvSpPr>
          <p:nvPr>
            <p:ph type="body" idx="1"/>
          </p:nvPr>
        </p:nvSpPr>
        <p:spPr>
          <a:xfrm>
            <a:off x="264160" y="6554047"/>
            <a:ext cx="538480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spcBef>
                <a:spcPts val="160"/>
              </a:spcBef>
              <a:spcAft>
                <a:spcPts val="0"/>
              </a:spcAft>
              <a:buClr>
                <a:schemeClr val="lt2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marR="0" lvl="1" indent="-279400" algn="l" rtl="0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–"/>
              <a:defRPr sz="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marR="0" lvl="2" indent="-279400" algn="l" rtl="0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sz="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marR="0" lvl="3" indent="-279400" algn="l" rtl="0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–"/>
              <a:defRPr sz="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marR="0" lvl="4" indent="-279400" algn="l" rtl="0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»"/>
              <a:defRPr sz="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marR="0" lvl="5" indent="-313245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Char char="•"/>
              <a:defRPr sz="1333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3200400" marR="0" lvl="6" indent="-313245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Char char="•"/>
              <a:defRPr sz="1333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3657600" marR="0" lvl="7" indent="-313245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Char char="•"/>
              <a:defRPr sz="1333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4114800" marR="0" lvl="8" indent="-313245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Char char="•"/>
              <a:defRPr sz="1333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26" name="Google Shape;26;p103"/>
          <p:cNvSpPr txBox="1">
            <a:spLocks noGrp="1"/>
          </p:cNvSpPr>
          <p:nvPr>
            <p:ph type="body" idx="2"/>
          </p:nvPr>
        </p:nvSpPr>
        <p:spPr>
          <a:xfrm>
            <a:off x="386366" y="400248"/>
            <a:ext cx="1139780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7154" algn="l" rtl="0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867"/>
              <a:buFont typeface="Arial"/>
              <a:buChar char="–"/>
              <a:defRPr sz="18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3245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Char char="–"/>
              <a:defRPr sz="13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3245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Char char="»"/>
              <a:defRPr sz="13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3245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Char char="•"/>
              <a:defRPr sz="1333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3200400" marR="0" lvl="6" indent="-313245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Char char="•"/>
              <a:defRPr sz="1333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3657600" marR="0" lvl="7" indent="-313245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Char char="•"/>
              <a:defRPr sz="1333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4114800" marR="0" lvl="8" indent="-313245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Char char="•"/>
              <a:defRPr sz="1333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27" name="Google Shape;27;p103"/>
          <p:cNvSpPr txBox="1">
            <a:spLocks noGrp="1"/>
          </p:cNvSpPr>
          <p:nvPr>
            <p:ph type="body" idx="3"/>
          </p:nvPr>
        </p:nvSpPr>
        <p:spPr>
          <a:xfrm>
            <a:off x="386366" y="831135"/>
            <a:ext cx="11397803" cy="620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spAutoFit/>
          </a:bodyPr>
          <a:lstStyle>
            <a:lvl1pPr marL="457200" marR="0" lvl="0" indent="-228600" algn="l" rtl="0">
              <a:lnSpc>
                <a:spcPct val="133312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 rtl="0">
              <a:lnSpc>
                <a:spcPct val="133312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 rtl="0">
              <a:lnSpc>
                <a:spcPct val="133312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33312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33312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3245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Char char="•"/>
              <a:defRPr sz="1333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3200400" marR="0" lvl="6" indent="-313245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Char char="•"/>
              <a:defRPr sz="1333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3657600" marR="0" lvl="7" indent="-313245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Char char="•"/>
              <a:defRPr sz="1333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4114800" marR="0" lvl="8" indent="-313245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Char char="•"/>
              <a:defRPr sz="1333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28" name="Google Shape;28;p103"/>
          <p:cNvSpPr txBox="1">
            <a:spLocks noGrp="1"/>
          </p:cNvSpPr>
          <p:nvPr>
            <p:ph type="body" idx="4"/>
          </p:nvPr>
        </p:nvSpPr>
        <p:spPr>
          <a:xfrm>
            <a:off x="386366" y="1634624"/>
            <a:ext cx="11397803" cy="434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marR="0" lvl="1" indent="-3175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marR="0" lvl="2" indent="-3175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marR="0" lvl="3" indent="-3175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marR="0" lvl="4" indent="-3048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»"/>
              <a:defRPr sz="12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marR="0" lvl="5" indent="-313245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Char char="•"/>
              <a:defRPr sz="1333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3200400" marR="0" lvl="6" indent="-313245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Char char="•"/>
              <a:defRPr sz="1333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3657600" marR="0" lvl="7" indent="-313245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Char char="•"/>
              <a:defRPr sz="1333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4114800" marR="0" lvl="8" indent="-313245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Char char="•"/>
              <a:defRPr sz="1333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352938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8669675-CC3F-DF7E-3450-F5EE440C27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73FC4B7-11B4-E410-72BF-15A7FDC251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1816776-06B0-26E0-36F8-958DFBCE00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03FDA1-3739-4159-821B-A8668D70B5CD}" type="datetimeFigureOut">
              <a:rPr kumimoji="1" lang="ja-JP" altLang="en-US" smtClean="0"/>
              <a:t>2026/3/31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DD118C1-0B26-5D4C-BB19-1108F59C33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9D0479D-8F85-F805-FADE-17489287D5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44F926-9E7E-4B0E-A59F-B8E8A9E0617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59068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13" Type="http://schemas.openxmlformats.org/officeDocument/2006/relationships/image" Target="../media/image14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svg"/><Relationship Id="rId2" Type="http://schemas.openxmlformats.org/officeDocument/2006/relationships/image" Target="../media/image3.png"/><Relationship Id="rId16" Type="http://schemas.openxmlformats.org/officeDocument/2006/relationships/image" Target="../media/image17.jpe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5" Type="http://schemas.openxmlformats.org/officeDocument/2006/relationships/image" Target="../media/image1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Relationship Id="rId14" Type="http://schemas.openxmlformats.org/officeDocument/2006/relationships/image" Target="../media/image1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8C576B10-C163-B61A-A13C-43FBC06541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D0356B9-39CC-8B52-0CA5-87511E42B89B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386366" y="400248"/>
            <a:ext cx="11397803" cy="396519"/>
          </a:xfrm>
        </p:spPr>
        <p:txBody>
          <a:bodyPr/>
          <a:lstStyle/>
          <a:p>
            <a:r>
              <a:rPr kumimoji="1" lang="ja-JP" altLang="en-US" dirty="0"/>
              <a:t>システム全体図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2A1D779-4ABE-1654-984C-DD7FCFB34D5D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386366" y="831135"/>
            <a:ext cx="11397803" cy="785688"/>
          </a:xfrm>
        </p:spPr>
        <p:txBody>
          <a:bodyPr/>
          <a:lstStyle/>
          <a:p>
            <a:pPr marL="182563" indent="46038"/>
            <a:r>
              <a:rPr lang="ja-JP" altLang="en-US" dirty="0"/>
              <a:t>可能な限り一般的な構成として運用費を抑え、現行業務のダッシュボード表示が可能であることなど、別紙のシステム要件一覧を満たすように設計する。また、ダッシュボードに関係しない部分は現状ないため分割リリースも可能とする</a:t>
            </a:r>
            <a:endParaRPr kumimoji="1" lang="ja-JP" altLang="en-US" dirty="0"/>
          </a:p>
        </p:txBody>
      </p:sp>
      <p:pic>
        <p:nvPicPr>
          <p:cNvPr id="1026" name="Picture 2" descr="Git 独自の wordmark ロゴ の アイコン">
            <a:extLst>
              <a:ext uri="{FF2B5EF4-FFF2-40B4-BE49-F238E27FC236}">
                <a16:creationId xmlns:a16="http://schemas.microsoft.com/office/drawing/2014/main" id="{CF3BF0B7-99BB-E281-556B-DE9ED2ED44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65104" y="5809893"/>
            <a:ext cx="544632" cy="5446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9" name="直線矢印コネクタ 8">
            <a:extLst>
              <a:ext uri="{FF2B5EF4-FFF2-40B4-BE49-F238E27FC236}">
                <a16:creationId xmlns:a16="http://schemas.microsoft.com/office/drawing/2014/main" id="{6789977D-F0DF-D5BD-04E1-E59AD3B61BF8}"/>
              </a:ext>
            </a:extLst>
          </p:cNvPr>
          <p:cNvCxnSpPr>
            <a:cxnSpLocks/>
            <a:stCxn id="117" idx="3"/>
            <a:endCxn id="115" idx="2"/>
          </p:cNvCxnSpPr>
          <p:nvPr/>
        </p:nvCxnSpPr>
        <p:spPr>
          <a:xfrm flipV="1">
            <a:off x="5544581" y="4110204"/>
            <a:ext cx="3024679" cy="113843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直線矢印コネクタ 20">
            <a:extLst>
              <a:ext uri="{FF2B5EF4-FFF2-40B4-BE49-F238E27FC236}">
                <a16:creationId xmlns:a16="http://schemas.microsoft.com/office/drawing/2014/main" id="{E84F9E7D-6FB0-7110-DD3E-DE5296402B3F}"/>
              </a:ext>
            </a:extLst>
          </p:cNvPr>
          <p:cNvCxnSpPr>
            <a:cxnSpLocks/>
            <a:stCxn id="117" idx="3"/>
            <a:endCxn id="110" idx="1"/>
          </p:cNvCxnSpPr>
          <p:nvPr/>
        </p:nvCxnSpPr>
        <p:spPr>
          <a:xfrm flipV="1">
            <a:off x="5544581" y="4859047"/>
            <a:ext cx="2454558" cy="3895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7E66AB73-449D-52F9-05CC-CCE249A311AF}"/>
              </a:ext>
            </a:extLst>
          </p:cNvPr>
          <p:cNvSpPr/>
          <p:nvPr/>
        </p:nvSpPr>
        <p:spPr>
          <a:xfrm>
            <a:off x="2737719" y="4505259"/>
            <a:ext cx="2806863" cy="49264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rgbClr val="4EA72E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ja-JP" sz="1100" b="1">
                <a:latin typeface="游ゴシック" panose="020B0400000000000000" pitchFamily="50" charset="-128"/>
              </a:rPr>
              <a:t>ETL</a:t>
            </a:r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4A3BA262-22C8-DF7D-FFA0-75E393942411}"/>
              </a:ext>
            </a:extLst>
          </p:cNvPr>
          <p:cNvSpPr/>
          <p:nvPr/>
        </p:nvSpPr>
        <p:spPr>
          <a:xfrm>
            <a:off x="736304" y="2320186"/>
            <a:ext cx="838030" cy="3147531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kumimoji="1" lang="en-US" altLang="ja-JP" sz="1400">
                <a:latin typeface="游ゴシック" panose="020B0400000000000000" pitchFamily="50" charset="-128"/>
              </a:rPr>
              <a:t>HD</a:t>
            </a:r>
          </a:p>
          <a:p>
            <a:r>
              <a:rPr kumimoji="1" lang="ja-JP" altLang="en-US" sz="1400">
                <a:latin typeface="游ゴシック" panose="020B0400000000000000" pitchFamily="50" charset="-128"/>
              </a:rPr>
              <a:t>データ基盤</a:t>
            </a:r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C14AB8F8-5E93-84B7-36F8-453881100136}"/>
              </a:ext>
            </a:extLst>
          </p:cNvPr>
          <p:cNvSpPr/>
          <p:nvPr/>
        </p:nvSpPr>
        <p:spPr>
          <a:xfrm>
            <a:off x="2054229" y="2295036"/>
            <a:ext cx="7582776" cy="3250159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kumimoji="1" lang="ja-JP" altLang="en-US" sz="1400">
                <a:latin typeface="游ゴシック" panose="020B0400000000000000" pitchFamily="50" charset="-128"/>
              </a:rPr>
              <a:t>クラウド環境</a:t>
            </a:r>
          </a:p>
        </p:txBody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93E42454-779B-EAE3-3AD5-C592BFB50B5C}"/>
              </a:ext>
            </a:extLst>
          </p:cNvPr>
          <p:cNvSpPr/>
          <p:nvPr/>
        </p:nvSpPr>
        <p:spPr>
          <a:xfrm>
            <a:off x="2444713" y="2601098"/>
            <a:ext cx="6915764" cy="2871253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ja-JP" altLang="en-US" sz="1400">
                <a:latin typeface="游ゴシック" panose="020B0400000000000000" pitchFamily="50" charset="-128"/>
              </a:rPr>
              <a:t>データ分析基盤</a:t>
            </a:r>
            <a:endParaRPr kumimoji="1" lang="ja-JP" altLang="en-US" sz="1400">
              <a:latin typeface="游ゴシック" panose="020B0400000000000000" pitchFamily="50" charset="-128"/>
            </a:endParaRPr>
          </a:p>
        </p:txBody>
      </p:sp>
      <p:pic>
        <p:nvPicPr>
          <p:cNvPr id="30" name="グラフィックス 29" descr="ロック 単色塗りつぶし">
            <a:extLst>
              <a:ext uri="{FF2B5EF4-FFF2-40B4-BE49-F238E27FC236}">
                <a16:creationId xmlns:a16="http://schemas.microsoft.com/office/drawing/2014/main" id="{03E9CF92-34F6-C5E3-9F6A-DF4557D148D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23617" y="3179271"/>
            <a:ext cx="442193" cy="352435"/>
          </a:xfrm>
          <a:prstGeom prst="rect">
            <a:avLst/>
          </a:prstGeom>
        </p:spPr>
      </p:pic>
      <p:sp>
        <p:nvSpPr>
          <p:cNvPr id="40" name="正方形/長方形 39">
            <a:extLst>
              <a:ext uri="{FF2B5EF4-FFF2-40B4-BE49-F238E27FC236}">
                <a16:creationId xmlns:a16="http://schemas.microsoft.com/office/drawing/2014/main" id="{4601AC97-C4F9-F274-432B-0264E5FABDA2}"/>
              </a:ext>
            </a:extLst>
          </p:cNvPr>
          <p:cNvSpPr/>
          <p:nvPr/>
        </p:nvSpPr>
        <p:spPr>
          <a:xfrm>
            <a:off x="2931847" y="5689612"/>
            <a:ext cx="1254892" cy="587754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ja-JP" altLang="en-US" sz="1200">
                <a:latin typeface="游ゴシック" panose="020B0400000000000000" pitchFamily="50" charset="-128"/>
              </a:rPr>
              <a:t>外部クラウド　</a:t>
            </a:r>
            <a:endParaRPr kumimoji="1" lang="ja-JP" altLang="en-US" sz="1200">
              <a:latin typeface="游ゴシック" panose="020B0400000000000000" pitchFamily="50" charset="-128"/>
            </a:endParaRPr>
          </a:p>
        </p:txBody>
      </p:sp>
      <p:sp>
        <p:nvSpPr>
          <p:cNvPr id="41" name="正方形/長方形 40">
            <a:extLst>
              <a:ext uri="{FF2B5EF4-FFF2-40B4-BE49-F238E27FC236}">
                <a16:creationId xmlns:a16="http://schemas.microsoft.com/office/drawing/2014/main" id="{9B62E126-59A2-D444-1F73-471FA70C1A10}"/>
              </a:ext>
            </a:extLst>
          </p:cNvPr>
          <p:cNvSpPr/>
          <p:nvPr/>
        </p:nvSpPr>
        <p:spPr>
          <a:xfrm>
            <a:off x="4349740" y="5689612"/>
            <a:ext cx="2132510" cy="587754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pPr algn="r"/>
            <a:r>
              <a:rPr lang="ja-JP" altLang="en-US" sz="1200">
                <a:latin typeface="游ゴシック" panose="020B0400000000000000" pitchFamily="50" charset="-128"/>
              </a:rPr>
              <a:t>各種業務システム</a:t>
            </a:r>
            <a:endParaRPr kumimoji="1" lang="ja-JP" altLang="en-US" sz="1200">
              <a:latin typeface="游ゴシック" panose="020B0400000000000000" pitchFamily="50" charset="-128"/>
            </a:endParaRPr>
          </a:p>
        </p:txBody>
      </p:sp>
      <p:sp>
        <p:nvSpPr>
          <p:cNvPr id="47" name="正方形/長方形 46">
            <a:extLst>
              <a:ext uri="{FF2B5EF4-FFF2-40B4-BE49-F238E27FC236}">
                <a16:creationId xmlns:a16="http://schemas.microsoft.com/office/drawing/2014/main" id="{3C15BDD3-2B09-6F04-CF3F-7AA219E8B703}"/>
              </a:ext>
            </a:extLst>
          </p:cNvPr>
          <p:cNvSpPr/>
          <p:nvPr/>
        </p:nvSpPr>
        <p:spPr>
          <a:xfrm>
            <a:off x="2052735" y="5689612"/>
            <a:ext cx="773170" cy="587754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ja-JP" sz="1400">
                <a:latin typeface="游ゴシック" panose="020B0400000000000000" pitchFamily="50" charset="-128"/>
              </a:rPr>
              <a:t>IdP</a:t>
            </a:r>
          </a:p>
          <a:p>
            <a:pPr algn="r"/>
            <a:r>
              <a:rPr lang="ja-JP" altLang="en-US">
                <a:latin typeface="游ゴシック" panose="020B0400000000000000" pitchFamily="50" charset="-128"/>
              </a:rPr>
              <a:t>　　</a:t>
            </a:r>
            <a:r>
              <a:rPr lang="ja-JP" altLang="en-US" sz="1000">
                <a:latin typeface="游ゴシック" panose="020B0400000000000000" pitchFamily="50" charset="-128"/>
              </a:rPr>
              <a:t>・・・</a:t>
            </a:r>
            <a:endParaRPr lang="en-US" altLang="ja-JP" sz="1000">
              <a:latin typeface="游ゴシック" panose="020B0400000000000000" pitchFamily="50" charset="-128"/>
            </a:endParaRPr>
          </a:p>
        </p:txBody>
      </p:sp>
      <p:pic>
        <p:nvPicPr>
          <p:cNvPr id="56" name="グラフィックス 55" descr="ロック 単色塗りつぶし">
            <a:extLst>
              <a:ext uri="{FF2B5EF4-FFF2-40B4-BE49-F238E27FC236}">
                <a16:creationId xmlns:a16="http://schemas.microsoft.com/office/drawing/2014/main" id="{38517812-D9CF-C66B-3744-F93F01313F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33132" y="3184835"/>
            <a:ext cx="442193" cy="341306"/>
          </a:xfrm>
          <a:prstGeom prst="rect">
            <a:avLst/>
          </a:prstGeom>
        </p:spPr>
      </p:pic>
      <p:sp>
        <p:nvSpPr>
          <p:cNvPr id="60" name="正方形/長方形 59">
            <a:extLst>
              <a:ext uri="{FF2B5EF4-FFF2-40B4-BE49-F238E27FC236}">
                <a16:creationId xmlns:a16="http://schemas.microsoft.com/office/drawing/2014/main" id="{4C11606D-C47F-7F52-DC4D-2AF162E7F741}"/>
              </a:ext>
            </a:extLst>
          </p:cNvPr>
          <p:cNvSpPr/>
          <p:nvPr/>
        </p:nvSpPr>
        <p:spPr>
          <a:xfrm>
            <a:off x="7999139" y="3196066"/>
            <a:ext cx="1140242" cy="1900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rgbClr val="4EA72E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100">
                <a:latin typeface="游ゴシック" panose="020B0400000000000000" pitchFamily="50" charset="-128"/>
              </a:rPr>
              <a:t>ダッシュボード</a:t>
            </a:r>
          </a:p>
        </p:txBody>
      </p:sp>
      <p:sp>
        <p:nvSpPr>
          <p:cNvPr id="63" name="テキスト ボックス 62">
            <a:extLst>
              <a:ext uri="{FF2B5EF4-FFF2-40B4-BE49-F238E27FC236}">
                <a16:creationId xmlns:a16="http://schemas.microsoft.com/office/drawing/2014/main" id="{995E069D-CE15-B5AC-2DA5-B6891F047AA4}"/>
              </a:ext>
            </a:extLst>
          </p:cNvPr>
          <p:cNvSpPr txBox="1"/>
          <p:nvPr/>
        </p:nvSpPr>
        <p:spPr>
          <a:xfrm>
            <a:off x="10838631" y="2761122"/>
            <a:ext cx="58855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100">
                <a:latin typeface="游ゴシック" panose="020B0400000000000000" pitchFamily="50" charset="-128"/>
                <a:ea typeface="游ゴシック" panose="020B0400000000000000" pitchFamily="50" charset="-128"/>
              </a:rPr>
              <a:t>IT</a:t>
            </a:r>
            <a:r>
              <a:rPr kumimoji="1" lang="ja-JP" altLang="en-US" sz="1100">
                <a:latin typeface="游ゴシック" panose="020B0400000000000000" pitchFamily="50" charset="-128"/>
                <a:ea typeface="游ゴシック" panose="020B0400000000000000" pitchFamily="50" charset="-128"/>
              </a:rPr>
              <a:t>企</a:t>
            </a:r>
          </a:p>
        </p:txBody>
      </p:sp>
      <p:pic>
        <p:nvPicPr>
          <p:cNvPr id="66" name="グラフィックス 65" descr="ノート PC 枠線">
            <a:extLst>
              <a:ext uri="{FF2B5EF4-FFF2-40B4-BE49-F238E27FC236}">
                <a16:creationId xmlns:a16="http://schemas.microsoft.com/office/drawing/2014/main" id="{A9CF1D83-DE5E-58FB-739C-57F01EE2A5D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259719" y="2546771"/>
            <a:ext cx="442193" cy="375437"/>
          </a:xfrm>
          <a:prstGeom prst="rect">
            <a:avLst/>
          </a:prstGeom>
        </p:spPr>
      </p:pic>
      <p:grpSp>
        <p:nvGrpSpPr>
          <p:cNvPr id="72" name="グループ化 71">
            <a:extLst>
              <a:ext uri="{FF2B5EF4-FFF2-40B4-BE49-F238E27FC236}">
                <a16:creationId xmlns:a16="http://schemas.microsoft.com/office/drawing/2014/main" id="{FF6337D5-66A6-9B8C-6BC9-C39B739ED318}"/>
              </a:ext>
            </a:extLst>
          </p:cNvPr>
          <p:cNvGrpSpPr/>
          <p:nvPr/>
        </p:nvGrpSpPr>
        <p:grpSpPr>
          <a:xfrm>
            <a:off x="10298087" y="2935545"/>
            <a:ext cx="1226491" cy="666031"/>
            <a:chOff x="10465885" y="2098709"/>
            <a:chExt cx="1301489" cy="832424"/>
          </a:xfrm>
        </p:grpSpPr>
        <p:grpSp>
          <p:nvGrpSpPr>
            <p:cNvPr id="73" name="グループ化 72">
              <a:extLst>
                <a:ext uri="{FF2B5EF4-FFF2-40B4-BE49-F238E27FC236}">
                  <a16:creationId xmlns:a16="http://schemas.microsoft.com/office/drawing/2014/main" id="{52A75FF9-385D-7FE2-C2C3-0CCD130FA453}"/>
                </a:ext>
              </a:extLst>
            </p:cNvPr>
            <p:cNvGrpSpPr/>
            <p:nvPr/>
          </p:nvGrpSpPr>
          <p:grpSpPr>
            <a:xfrm>
              <a:off x="10936102" y="2098709"/>
              <a:ext cx="831272" cy="832424"/>
              <a:chOff x="5476732" y="3006660"/>
              <a:chExt cx="1217067" cy="1218752"/>
            </a:xfrm>
          </p:grpSpPr>
          <p:pic>
            <p:nvPicPr>
              <p:cNvPr id="86" name="グラフィックス 85" descr="ユーザー 枠線">
                <a:extLst>
                  <a:ext uri="{FF2B5EF4-FFF2-40B4-BE49-F238E27FC236}">
                    <a16:creationId xmlns:a16="http://schemas.microsoft.com/office/drawing/2014/main" id="{C64DEF7B-2051-AFFE-8F5F-ED742EC2449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5638800" y="3006660"/>
                <a:ext cx="914400" cy="914399"/>
              </a:xfrm>
              <a:prstGeom prst="rect">
                <a:avLst/>
              </a:prstGeom>
            </p:spPr>
          </p:pic>
          <p:sp>
            <p:nvSpPr>
              <p:cNvPr id="87" name="テキスト ボックス 86">
                <a:extLst>
                  <a:ext uri="{FF2B5EF4-FFF2-40B4-BE49-F238E27FC236}">
                    <a16:creationId xmlns:a16="http://schemas.microsoft.com/office/drawing/2014/main" id="{8AD97DC2-672C-DC99-D7B4-12CA7FDDDB82}"/>
                  </a:ext>
                </a:extLst>
              </p:cNvPr>
              <p:cNvSpPr txBox="1"/>
              <p:nvPr/>
            </p:nvSpPr>
            <p:spPr>
              <a:xfrm>
                <a:off x="5476732" y="3746698"/>
                <a:ext cx="1217067" cy="4787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ja-JP" altLang="en-US" sz="1100">
                    <a:latin typeface="游ゴシック" panose="020B0400000000000000" pitchFamily="50" charset="-128"/>
                    <a:ea typeface="游ゴシック" panose="020B0400000000000000" pitchFamily="50" charset="-128"/>
                  </a:rPr>
                  <a:t>現場職員</a:t>
                </a:r>
              </a:p>
            </p:txBody>
          </p:sp>
        </p:grpSp>
        <p:pic>
          <p:nvPicPr>
            <p:cNvPr id="78" name="グラフィックス 77" descr="スマート フォン 枠線">
              <a:extLst>
                <a:ext uri="{FF2B5EF4-FFF2-40B4-BE49-F238E27FC236}">
                  <a16:creationId xmlns:a16="http://schemas.microsoft.com/office/drawing/2014/main" id="{11CB58CB-E811-FF65-6694-2B5148A77B0A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10465885" y="2359376"/>
              <a:ext cx="387795" cy="387795"/>
            </a:xfrm>
            <a:prstGeom prst="rect">
              <a:avLst/>
            </a:prstGeom>
          </p:spPr>
        </p:pic>
      </p:grpSp>
      <p:grpSp>
        <p:nvGrpSpPr>
          <p:cNvPr id="89" name="グループ化 88">
            <a:extLst>
              <a:ext uri="{FF2B5EF4-FFF2-40B4-BE49-F238E27FC236}">
                <a16:creationId xmlns:a16="http://schemas.microsoft.com/office/drawing/2014/main" id="{0E7328FC-1580-53BB-3697-294CF6333B93}"/>
              </a:ext>
            </a:extLst>
          </p:cNvPr>
          <p:cNvGrpSpPr/>
          <p:nvPr/>
        </p:nvGrpSpPr>
        <p:grpSpPr>
          <a:xfrm>
            <a:off x="10299286" y="4511066"/>
            <a:ext cx="1311011" cy="668232"/>
            <a:chOff x="10467156" y="4540937"/>
            <a:chExt cx="1391177" cy="835177"/>
          </a:xfrm>
        </p:grpSpPr>
        <p:grpSp>
          <p:nvGrpSpPr>
            <p:cNvPr id="91" name="グループ化 90">
              <a:extLst>
                <a:ext uri="{FF2B5EF4-FFF2-40B4-BE49-F238E27FC236}">
                  <a16:creationId xmlns:a16="http://schemas.microsoft.com/office/drawing/2014/main" id="{1FE94017-94DE-0A83-DAAB-CC040AA89E1A}"/>
                </a:ext>
              </a:extLst>
            </p:cNvPr>
            <p:cNvGrpSpPr/>
            <p:nvPr/>
          </p:nvGrpSpPr>
          <p:grpSpPr>
            <a:xfrm>
              <a:off x="10852492" y="4540937"/>
              <a:ext cx="1005841" cy="835177"/>
              <a:chOff x="6286323" y="2971800"/>
              <a:chExt cx="1472650" cy="1222782"/>
            </a:xfrm>
          </p:grpSpPr>
          <p:pic>
            <p:nvPicPr>
              <p:cNvPr id="93" name="グラフィックス 92" descr="ユーザー 単色塗りつぶし">
                <a:extLst>
                  <a:ext uri="{FF2B5EF4-FFF2-40B4-BE49-F238E27FC236}">
                    <a16:creationId xmlns:a16="http://schemas.microsoft.com/office/drawing/2014/main" id="{0936BE53-E777-B71F-16F8-49A1700FA12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p:blipFill>
            <p:spPr>
              <a:xfrm>
                <a:off x="6565447" y="2971800"/>
                <a:ext cx="914400" cy="914400"/>
              </a:xfrm>
              <a:prstGeom prst="rect">
                <a:avLst/>
              </a:prstGeom>
            </p:spPr>
          </p:pic>
          <p:sp>
            <p:nvSpPr>
              <p:cNvPr id="95" name="テキスト ボックス 94">
                <a:extLst>
                  <a:ext uri="{FF2B5EF4-FFF2-40B4-BE49-F238E27FC236}">
                    <a16:creationId xmlns:a16="http://schemas.microsoft.com/office/drawing/2014/main" id="{9B2EB5D9-95F2-06C8-7017-6080974CF912}"/>
                  </a:ext>
                </a:extLst>
              </p:cNvPr>
              <p:cNvSpPr txBox="1"/>
              <p:nvPr/>
            </p:nvSpPr>
            <p:spPr>
              <a:xfrm>
                <a:off x="6286323" y="3715869"/>
                <a:ext cx="1472650" cy="4787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ja-JP" altLang="en-US" sz="1100">
                    <a:latin typeface="游ゴシック" panose="020B0400000000000000" pitchFamily="50" charset="-128"/>
                    <a:ea typeface="游ゴシック" panose="020B0400000000000000" pitchFamily="50" charset="-128"/>
                  </a:rPr>
                  <a:t>エンジニア</a:t>
                </a:r>
              </a:p>
            </p:txBody>
          </p:sp>
        </p:grpSp>
        <p:pic>
          <p:nvPicPr>
            <p:cNvPr id="92" name="グラフィックス 91" descr="コンピューター 単色塗りつぶし">
              <a:extLst>
                <a:ext uri="{FF2B5EF4-FFF2-40B4-BE49-F238E27FC236}">
                  <a16:creationId xmlns:a16="http://schemas.microsoft.com/office/drawing/2014/main" id="{B1EF9B51-6055-88E0-DA0F-59BE7F1C05F8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10467156" y="4717743"/>
              <a:ext cx="516155" cy="516155"/>
            </a:xfrm>
            <a:prstGeom prst="rect">
              <a:avLst/>
            </a:prstGeom>
          </p:spPr>
        </p:pic>
      </p:grpSp>
      <p:grpSp>
        <p:nvGrpSpPr>
          <p:cNvPr id="98" name="グループ化 97">
            <a:extLst>
              <a:ext uri="{FF2B5EF4-FFF2-40B4-BE49-F238E27FC236}">
                <a16:creationId xmlns:a16="http://schemas.microsoft.com/office/drawing/2014/main" id="{DA1E77CA-4BC6-B2D2-7FCB-FBD0EEA71E8A}"/>
              </a:ext>
            </a:extLst>
          </p:cNvPr>
          <p:cNvGrpSpPr/>
          <p:nvPr/>
        </p:nvGrpSpPr>
        <p:grpSpPr>
          <a:xfrm>
            <a:off x="10299288" y="3633575"/>
            <a:ext cx="1267923" cy="668234"/>
            <a:chOff x="10467156" y="3751196"/>
            <a:chExt cx="1345454" cy="835177"/>
          </a:xfrm>
        </p:grpSpPr>
        <p:grpSp>
          <p:nvGrpSpPr>
            <p:cNvPr id="99" name="グループ化 98">
              <a:extLst>
                <a:ext uri="{FF2B5EF4-FFF2-40B4-BE49-F238E27FC236}">
                  <a16:creationId xmlns:a16="http://schemas.microsoft.com/office/drawing/2014/main" id="{734D8C5C-DFF7-7345-5EE0-7E990F6337AB}"/>
                </a:ext>
              </a:extLst>
            </p:cNvPr>
            <p:cNvGrpSpPr/>
            <p:nvPr/>
          </p:nvGrpSpPr>
          <p:grpSpPr>
            <a:xfrm>
              <a:off x="10898210" y="3751196"/>
              <a:ext cx="914400" cy="835177"/>
              <a:chOff x="6353261" y="3051480"/>
              <a:chExt cx="1338772" cy="1222781"/>
            </a:xfrm>
          </p:grpSpPr>
          <p:pic>
            <p:nvPicPr>
              <p:cNvPr id="102" name="グラフィックス 101" descr="ユーザー 単色塗りつぶし">
                <a:extLst>
                  <a:ext uri="{FF2B5EF4-FFF2-40B4-BE49-F238E27FC236}">
                    <a16:creationId xmlns:a16="http://schemas.microsoft.com/office/drawing/2014/main" id="{DBC62DEE-D276-E1DA-2833-1BB38D3ACE1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p:blipFill>
            <p:spPr>
              <a:xfrm>
                <a:off x="6565447" y="3051480"/>
                <a:ext cx="914401" cy="914399"/>
              </a:xfrm>
              <a:prstGeom prst="rect">
                <a:avLst/>
              </a:prstGeom>
            </p:spPr>
          </p:pic>
          <p:sp>
            <p:nvSpPr>
              <p:cNvPr id="104" name="テキスト ボックス 103">
                <a:extLst>
                  <a:ext uri="{FF2B5EF4-FFF2-40B4-BE49-F238E27FC236}">
                    <a16:creationId xmlns:a16="http://schemas.microsoft.com/office/drawing/2014/main" id="{291A8F35-1DF9-ECB3-A79C-4246FE56B084}"/>
                  </a:ext>
                </a:extLst>
              </p:cNvPr>
              <p:cNvSpPr txBox="1"/>
              <p:nvPr/>
            </p:nvSpPr>
            <p:spPr>
              <a:xfrm>
                <a:off x="6353261" y="3795548"/>
                <a:ext cx="1338772" cy="4787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ja-JP" altLang="en-US" sz="1100">
                    <a:latin typeface="游ゴシック" panose="020B0400000000000000" pitchFamily="50" charset="-128"/>
                    <a:ea typeface="游ゴシック" panose="020B0400000000000000" pitchFamily="50" charset="-128"/>
                  </a:rPr>
                  <a:t>分析者</a:t>
                </a:r>
                <a:endParaRPr kumimoji="1" lang="ja-JP" altLang="en-US" sz="1100">
                  <a:latin typeface="游ゴシック" panose="020B0400000000000000" pitchFamily="50" charset="-128"/>
                  <a:ea typeface="游ゴシック" panose="020B0400000000000000" pitchFamily="50" charset="-128"/>
                </a:endParaRPr>
              </a:p>
            </p:txBody>
          </p:sp>
        </p:grpSp>
        <p:pic>
          <p:nvPicPr>
            <p:cNvPr id="100" name="グラフィックス 99" descr="コンピューター 単色塗りつぶし">
              <a:extLst>
                <a:ext uri="{FF2B5EF4-FFF2-40B4-BE49-F238E27FC236}">
                  <a16:creationId xmlns:a16="http://schemas.microsoft.com/office/drawing/2014/main" id="{CF4098DB-0D25-F6E5-5B93-E41EA3BF437A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10467156" y="3908750"/>
              <a:ext cx="516155" cy="516155"/>
            </a:xfrm>
            <a:prstGeom prst="rect">
              <a:avLst/>
            </a:prstGeom>
          </p:spPr>
        </p:pic>
      </p:grpSp>
      <p:sp>
        <p:nvSpPr>
          <p:cNvPr id="105" name="正方形/長方形 104">
            <a:extLst>
              <a:ext uri="{FF2B5EF4-FFF2-40B4-BE49-F238E27FC236}">
                <a16:creationId xmlns:a16="http://schemas.microsoft.com/office/drawing/2014/main" id="{4A8D3617-1913-A443-68F2-C08A7458B40E}"/>
              </a:ext>
            </a:extLst>
          </p:cNvPr>
          <p:cNvSpPr/>
          <p:nvPr/>
        </p:nvSpPr>
        <p:spPr>
          <a:xfrm>
            <a:off x="7999140" y="2628880"/>
            <a:ext cx="1140241" cy="21098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1100">
                <a:latin typeface="游ゴシック" panose="020B0400000000000000" pitchFamily="50" charset="-128"/>
              </a:rPr>
              <a:t>監視・監査</a:t>
            </a:r>
            <a:r>
              <a:rPr kumimoji="1" lang="en-US" altLang="ja-JP" sz="1100">
                <a:latin typeface="游ゴシック" panose="020B0400000000000000" pitchFamily="50" charset="-128"/>
              </a:rPr>
              <a:t>UI</a:t>
            </a:r>
            <a:endParaRPr kumimoji="1" lang="ja-JP" altLang="en-US" sz="1100">
              <a:latin typeface="游ゴシック" panose="020B0400000000000000" pitchFamily="50" charset="-128"/>
            </a:endParaRPr>
          </a:p>
        </p:txBody>
      </p:sp>
      <p:sp>
        <p:nvSpPr>
          <p:cNvPr id="108" name="正方形/長方形 107">
            <a:extLst>
              <a:ext uri="{FF2B5EF4-FFF2-40B4-BE49-F238E27FC236}">
                <a16:creationId xmlns:a16="http://schemas.microsoft.com/office/drawing/2014/main" id="{6E719AEF-6272-885B-AFEC-BAF284DB803C}"/>
              </a:ext>
            </a:extLst>
          </p:cNvPr>
          <p:cNvSpPr/>
          <p:nvPr/>
        </p:nvSpPr>
        <p:spPr>
          <a:xfrm>
            <a:off x="9156796" y="5708172"/>
            <a:ext cx="1368032" cy="56919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ja-JP" altLang="en-US" sz="1200">
                <a:latin typeface="游ゴシック" panose="020B0400000000000000" pitchFamily="50" charset="-128"/>
              </a:rPr>
              <a:t>版管理システム</a:t>
            </a:r>
            <a:br>
              <a:rPr lang="en-US" altLang="ja-JP" sz="1400">
                <a:latin typeface="游ゴシック" panose="020B0400000000000000" pitchFamily="50" charset="-128"/>
              </a:rPr>
            </a:br>
            <a:endParaRPr kumimoji="1" lang="ja-JP" altLang="en-US" sz="1400">
              <a:latin typeface="游ゴシック" panose="020B0400000000000000" pitchFamily="50" charset="-128"/>
            </a:endParaRPr>
          </a:p>
        </p:txBody>
      </p:sp>
      <p:sp>
        <p:nvSpPr>
          <p:cNvPr id="110" name="正方形/長方形 109">
            <a:extLst>
              <a:ext uri="{FF2B5EF4-FFF2-40B4-BE49-F238E27FC236}">
                <a16:creationId xmlns:a16="http://schemas.microsoft.com/office/drawing/2014/main" id="{23337C2F-5000-F9F5-CE26-66D8E0B236B5}"/>
              </a:ext>
            </a:extLst>
          </p:cNvPr>
          <p:cNvSpPr/>
          <p:nvPr/>
        </p:nvSpPr>
        <p:spPr>
          <a:xfrm>
            <a:off x="7999139" y="4752532"/>
            <a:ext cx="1140242" cy="21303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1100">
                <a:latin typeface="游ゴシック" panose="020B0400000000000000" pitchFamily="50" charset="-128"/>
              </a:rPr>
              <a:t>開発サーバ</a:t>
            </a:r>
            <a:endParaRPr lang="en-US" altLang="ja-JP" sz="1100">
              <a:latin typeface="游ゴシック" panose="020B0400000000000000" pitchFamily="50" charset="-128"/>
            </a:endParaRPr>
          </a:p>
        </p:txBody>
      </p:sp>
      <p:sp>
        <p:nvSpPr>
          <p:cNvPr id="112" name="正方形/長方形 111">
            <a:extLst>
              <a:ext uri="{FF2B5EF4-FFF2-40B4-BE49-F238E27FC236}">
                <a16:creationId xmlns:a16="http://schemas.microsoft.com/office/drawing/2014/main" id="{B2F3E631-9A73-1C36-73FC-B013AC8BEF58}"/>
              </a:ext>
            </a:extLst>
          </p:cNvPr>
          <p:cNvSpPr/>
          <p:nvPr/>
        </p:nvSpPr>
        <p:spPr>
          <a:xfrm>
            <a:off x="6011125" y="3779734"/>
            <a:ext cx="1140242" cy="35585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1100">
                <a:latin typeface="游ゴシック" panose="020B0400000000000000" pitchFamily="50" charset="-128"/>
              </a:rPr>
              <a:t>分析アプリ</a:t>
            </a:r>
            <a:br>
              <a:rPr kumimoji="1" lang="en-US" altLang="ja-JP" sz="1100">
                <a:latin typeface="游ゴシック" panose="020B0400000000000000" pitchFamily="50" charset="-128"/>
              </a:rPr>
            </a:br>
            <a:r>
              <a:rPr lang="en-US" altLang="ja-JP" sz="1100">
                <a:latin typeface="游ゴシック" panose="020B0400000000000000" pitchFamily="50" charset="-128"/>
              </a:rPr>
              <a:t>(AI/ML</a:t>
            </a:r>
            <a:r>
              <a:rPr lang="ja-JP" altLang="en-US" sz="1100">
                <a:latin typeface="游ゴシック" panose="020B0400000000000000" pitchFamily="50" charset="-128"/>
              </a:rPr>
              <a:t>活用</a:t>
            </a:r>
            <a:r>
              <a:rPr lang="en-US" altLang="ja-JP" sz="1100">
                <a:latin typeface="游ゴシック" panose="020B0400000000000000" pitchFamily="50" charset="-128"/>
              </a:rPr>
              <a:t>)</a:t>
            </a:r>
          </a:p>
        </p:txBody>
      </p:sp>
      <p:sp>
        <p:nvSpPr>
          <p:cNvPr id="114" name="正方形/長方形 113">
            <a:extLst>
              <a:ext uri="{FF2B5EF4-FFF2-40B4-BE49-F238E27FC236}">
                <a16:creationId xmlns:a16="http://schemas.microsoft.com/office/drawing/2014/main" id="{EE3685DC-8D34-A511-D147-4BCBE8692D0C}"/>
              </a:ext>
            </a:extLst>
          </p:cNvPr>
          <p:cNvSpPr/>
          <p:nvPr/>
        </p:nvSpPr>
        <p:spPr>
          <a:xfrm>
            <a:off x="2895061" y="4758627"/>
            <a:ext cx="1140242" cy="17605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rgbClr val="4EA72E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ja-JP" altLang="en-US" sz="1100">
                <a:latin typeface="游ゴシック" panose="020B0400000000000000" pitchFamily="50" charset="-128"/>
              </a:rPr>
              <a:t>ダッシュボード用</a:t>
            </a:r>
            <a:endParaRPr lang="en-US" altLang="ja-JP" sz="1100">
              <a:latin typeface="游ゴシック" panose="020B0400000000000000" pitchFamily="50" charset="-128"/>
            </a:endParaRPr>
          </a:p>
        </p:txBody>
      </p:sp>
      <p:sp>
        <p:nvSpPr>
          <p:cNvPr id="115" name="正方形/長方形 114">
            <a:extLst>
              <a:ext uri="{FF2B5EF4-FFF2-40B4-BE49-F238E27FC236}">
                <a16:creationId xmlns:a16="http://schemas.microsoft.com/office/drawing/2014/main" id="{CFC26CED-E3AF-D6DB-52E9-D2A9D275A7F2}"/>
              </a:ext>
            </a:extLst>
          </p:cNvPr>
          <p:cNvSpPr/>
          <p:nvPr/>
        </p:nvSpPr>
        <p:spPr>
          <a:xfrm>
            <a:off x="7999139" y="3826662"/>
            <a:ext cx="1140242" cy="28354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1100">
                <a:latin typeface="游ゴシック" panose="020B0400000000000000" pitchFamily="50" charset="-128"/>
              </a:rPr>
              <a:t>分析サーバ</a:t>
            </a:r>
            <a:endParaRPr lang="en-US" altLang="ja-JP" sz="1100">
              <a:latin typeface="游ゴシック" panose="020B0400000000000000" pitchFamily="50" charset="-128"/>
            </a:endParaRPr>
          </a:p>
          <a:p>
            <a:pPr algn="ctr"/>
            <a:r>
              <a:rPr lang="en-US" altLang="ja-JP" sz="1100">
                <a:latin typeface="游ゴシック" panose="020B0400000000000000" pitchFamily="50" charset="-128"/>
              </a:rPr>
              <a:t>(Notebook</a:t>
            </a:r>
            <a:r>
              <a:rPr lang="ja-JP" altLang="en-US" sz="1100">
                <a:latin typeface="游ゴシック" panose="020B0400000000000000" pitchFamily="50" charset="-128"/>
              </a:rPr>
              <a:t>等</a:t>
            </a:r>
            <a:r>
              <a:rPr lang="en-US" altLang="ja-JP" sz="1100">
                <a:latin typeface="游ゴシック" panose="020B0400000000000000" pitchFamily="50" charset="-128"/>
              </a:rPr>
              <a:t>)</a:t>
            </a:r>
          </a:p>
        </p:txBody>
      </p:sp>
      <p:cxnSp>
        <p:nvCxnSpPr>
          <p:cNvPr id="116" name="コネクタ: カギ線 115">
            <a:extLst>
              <a:ext uri="{FF2B5EF4-FFF2-40B4-BE49-F238E27FC236}">
                <a16:creationId xmlns:a16="http://schemas.microsoft.com/office/drawing/2014/main" id="{371C8F2A-431A-102D-BD01-B294F2879DF7}"/>
              </a:ext>
            </a:extLst>
          </p:cNvPr>
          <p:cNvCxnSpPr>
            <a:cxnSpLocks/>
            <a:stCxn id="115" idx="3"/>
            <a:endCxn id="108" idx="0"/>
          </p:cNvCxnSpPr>
          <p:nvPr/>
        </p:nvCxnSpPr>
        <p:spPr>
          <a:xfrm>
            <a:off x="9139381" y="3968434"/>
            <a:ext cx="701431" cy="1739738"/>
          </a:xfrm>
          <a:prstGeom prst="bentConnector2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7" name="正方形/長方形 116">
            <a:extLst>
              <a:ext uri="{FF2B5EF4-FFF2-40B4-BE49-F238E27FC236}">
                <a16:creationId xmlns:a16="http://schemas.microsoft.com/office/drawing/2014/main" id="{FB494B05-1610-CA54-7796-328276C6CB41}"/>
              </a:ext>
            </a:extLst>
          </p:cNvPr>
          <p:cNvSpPr/>
          <p:nvPr/>
        </p:nvSpPr>
        <p:spPr>
          <a:xfrm>
            <a:off x="2754615" y="5150316"/>
            <a:ext cx="2789966" cy="196654"/>
          </a:xfrm>
          <a:prstGeom prst="rect">
            <a:avLst/>
          </a:prstGeom>
          <a:ln w="12700">
            <a:solidFill>
              <a:srgbClr val="4EA72E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1400">
                <a:latin typeface="游ゴシック" panose="020B0400000000000000" pitchFamily="50" charset="-128"/>
              </a:rPr>
              <a:t>データレイク</a:t>
            </a:r>
            <a:r>
              <a:rPr lang="en-US" altLang="ja-JP" sz="1400">
                <a:latin typeface="游ゴシック" panose="020B0400000000000000" pitchFamily="50" charset="-128"/>
              </a:rPr>
              <a:t>(</a:t>
            </a:r>
            <a:r>
              <a:rPr lang="ja-JP" altLang="en-US" sz="1400">
                <a:latin typeface="游ゴシック" panose="020B0400000000000000" pitchFamily="50" charset="-128"/>
              </a:rPr>
              <a:t>保管</a:t>
            </a:r>
            <a:r>
              <a:rPr lang="en-US" altLang="ja-JP" sz="1400">
                <a:latin typeface="游ゴシック" panose="020B0400000000000000" pitchFamily="50" charset="-128"/>
              </a:rPr>
              <a:t>)</a:t>
            </a:r>
          </a:p>
        </p:txBody>
      </p:sp>
      <p:sp>
        <p:nvSpPr>
          <p:cNvPr id="122" name="正方形/長方形 121">
            <a:extLst>
              <a:ext uri="{FF2B5EF4-FFF2-40B4-BE49-F238E27FC236}">
                <a16:creationId xmlns:a16="http://schemas.microsoft.com/office/drawing/2014/main" id="{9437A88C-DF7E-4629-92DF-B07AE5FF8F9A}"/>
              </a:ext>
            </a:extLst>
          </p:cNvPr>
          <p:cNvSpPr/>
          <p:nvPr/>
        </p:nvSpPr>
        <p:spPr>
          <a:xfrm>
            <a:off x="815030" y="5109537"/>
            <a:ext cx="681971" cy="28462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1050">
                <a:latin typeface="游ゴシック" panose="020B0400000000000000" pitchFamily="50" charset="-128"/>
              </a:rPr>
              <a:t>共有</a:t>
            </a:r>
            <a:endParaRPr kumimoji="1" lang="en-US" altLang="ja-JP" sz="1050">
              <a:latin typeface="游ゴシック" panose="020B0400000000000000" pitchFamily="50" charset="-128"/>
            </a:endParaRPr>
          </a:p>
          <a:p>
            <a:pPr algn="ctr"/>
            <a:r>
              <a:rPr kumimoji="1" lang="ja-JP" altLang="en-US" sz="1050">
                <a:latin typeface="游ゴシック" panose="020B0400000000000000" pitchFamily="50" charset="-128"/>
              </a:rPr>
              <a:t>データ</a:t>
            </a:r>
            <a:endParaRPr kumimoji="1" lang="en-US" altLang="ja-JP" sz="1050">
              <a:latin typeface="游ゴシック" panose="020B0400000000000000" pitchFamily="50" charset="-128"/>
            </a:endParaRPr>
          </a:p>
        </p:txBody>
      </p:sp>
      <p:sp>
        <p:nvSpPr>
          <p:cNvPr id="130" name="正方形/長方形 129">
            <a:extLst>
              <a:ext uri="{FF2B5EF4-FFF2-40B4-BE49-F238E27FC236}">
                <a16:creationId xmlns:a16="http://schemas.microsoft.com/office/drawing/2014/main" id="{C8788C9A-025A-83AF-1741-C8C7263E7DBA}"/>
              </a:ext>
            </a:extLst>
          </p:cNvPr>
          <p:cNvSpPr/>
          <p:nvPr/>
        </p:nvSpPr>
        <p:spPr>
          <a:xfrm>
            <a:off x="2750128" y="3780616"/>
            <a:ext cx="1428627" cy="358425"/>
          </a:xfrm>
          <a:prstGeom prst="rect">
            <a:avLst/>
          </a:prstGeom>
          <a:ln w="19050">
            <a:solidFill>
              <a:srgbClr val="4EA72E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1100">
                <a:latin typeface="游ゴシック" panose="020B0400000000000000" pitchFamily="50" charset="-128"/>
              </a:rPr>
              <a:t>ダッシュボード用</a:t>
            </a:r>
            <a:endParaRPr lang="en-US" altLang="ja-JP" sz="1100">
              <a:latin typeface="游ゴシック" panose="020B0400000000000000" pitchFamily="50" charset="-128"/>
            </a:endParaRPr>
          </a:p>
          <a:p>
            <a:pPr algn="ctr"/>
            <a:r>
              <a:rPr lang="ja-JP" altLang="en-US" sz="1100">
                <a:latin typeface="游ゴシック" panose="020B0400000000000000" pitchFamily="50" charset="-128"/>
              </a:rPr>
              <a:t>データマート</a:t>
            </a:r>
            <a:endParaRPr kumimoji="1" lang="ja-JP" altLang="en-US" sz="1100">
              <a:latin typeface="游ゴシック" panose="020B0400000000000000" pitchFamily="50" charset="-128"/>
            </a:endParaRPr>
          </a:p>
        </p:txBody>
      </p:sp>
      <p:sp>
        <p:nvSpPr>
          <p:cNvPr id="131" name="正方形/長方形 130">
            <a:extLst>
              <a:ext uri="{FF2B5EF4-FFF2-40B4-BE49-F238E27FC236}">
                <a16:creationId xmlns:a16="http://schemas.microsoft.com/office/drawing/2014/main" id="{21D882C0-4837-BA1D-4010-6D4C95DDD902}"/>
              </a:ext>
            </a:extLst>
          </p:cNvPr>
          <p:cNvSpPr/>
          <p:nvPr/>
        </p:nvSpPr>
        <p:spPr>
          <a:xfrm>
            <a:off x="4466617" y="4078826"/>
            <a:ext cx="926869" cy="35842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ja-JP" altLang="en-US" sz="1050">
                <a:latin typeface="游ゴシック" panose="020B0400000000000000" pitchFamily="50" charset="-128"/>
              </a:rPr>
              <a:t>分析用</a:t>
            </a:r>
            <a:endParaRPr lang="en-US" altLang="ja-JP" sz="1050">
              <a:latin typeface="游ゴシック" panose="020B0400000000000000" pitchFamily="50" charset="-128"/>
            </a:endParaRPr>
          </a:p>
          <a:p>
            <a:pPr algn="ctr"/>
            <a:r>
              <a:rPr lang="ja-JP" altLang="en-US" sz="1050">
                <a:latin typeface="游ゴシック" panose="020B0400000000000000" pitchFamily="50" charset="-128"/>
              </a:rPr>
              <a:t>データマート</a:t>
            </a:r>
            <a:endParaRPr kumimoji="1" lang="ja-JP" altLang="en-US" sz="1050">
              <a:latin typeface="游ゴシック" panose="020B0400000000000000" pitchFamily="50" charset="-128"/>
            </a:endParaRPr>
          </a:p>
        </p:txBody>
      </p:sp>
      <p:sp>
        <p:nvSpPr>
          <p:cNvPr id="133" name="正方形/長方形 132">
            <a:extLst>
              <a:ext uri="{FF2B5EF4-FFF2-40B4-BE49-F238E27FC236}">
                <a16:creationId xmlns:a16="http://schemas.microsoft.com/office/drawing/2014/main" id="{28CAF593-0AD9-FCFA-8E9D-0028B856E7ED}"/>
              </a:ext>
            </a:extLst>
          </p:cNvPr>
          <p:cNvSpPr/>
          <p:nvPr/>
        </p:nvSpPr>
        <p:spPr>
          <a:xfrm>
            <a:off x="4360896" y="4758627"/>
            <a:ext cx="1140242" cy="17605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1100">
                <a:latin typeface="游ゴシック" panose="020B0400000000000000" pitchFamily="50" charset="-128"/>
              </a:rPr>
              <a:t>分析用</a:t>
            </a:r>
            <a:endParaRPr lang="en-US" altLang="ja-JP" sz="1100">
              <a:latin typeface="游ゴシック" panose="020B0400000000000000" pitchFamily="50" charset="-128"/>
            </a:endParaRPr>
          </a:p>
        </p:txBody>
      </p:sp>
      <p:cxnSp>
        <p:nvCxnSpPr>
          <p:cNvPr id="134" name="直線コネクタ 133">
            <a:extLst>
              <a:ext uri="{FF2B5EF4-FFF2-40B4-BE49-F238E27FC236}">
                <a16:creationId xmlns:a16="http://schemas.microsoft.com/office/drawing/2014/main" id="{45E23EEA-3CB2-BCB4-324F-A2DDEF765405}"/>
              </a:ext>
            </a:extLst>
          </p:cNvPr>
          <p:cNvCxnSpPr>
            <a:cxnSpLocks/>
          </p:cNvCxnSpPr>
          <p:nvPr/>
        </p:nvCxnSpPr>
        <p:spPr>
          <a:xfrm>
            <a:off x="1833132" y="1909439"/>
            <a:ext cx="0" cy="428226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159" name="グループ化 158">
            <a:extLst>
              <a:ext uri="{FF2B5EF4-FFF2-40B4-BE49-F238E27FC236}">
                <a16:creationId xmlns:a16="http://schemas.microsoft.com/office/drawing/2014/main" id="{301B443E-D0AA-5EF3-75EB-90B72130FB67}"/>
              </a:ext>
            </a:extLst>
          </p:cNvPr>
          <p:cNvGrpSpPr/>
          <p:nvPr/>
        </p:nvGrpSpPr>
        <p:grpSpPr>
          <a:xfrm>
            <a:off x="2054229" y="2054002"/>
            <a:ext cx="9434749" cy="276999"/>
            <a:chOff x="1717928" y="1384155"/>
            <a:chExt cx="10011665" cy="276999"/>
          </a:xfrm>
        </p:grpSpPr>
        <p:cxnSp>
          <p:nvCxnSpPr>
            <p:cNvPr id="160" name="直線コネクタ 159">
              <a:extLst>
                <a:ext uri="{FF2B5EF4-FFF2-40B4-BE49-F238E27FC236}">
                  <a16:creationId xmlns:a16="http://schemas.microsoft.com/office/drawing/2014/main" id="{C3275E36-8432-A7AC-3CFB-9A931D96AD6E}"/>
                </a:ext>
              </a:extLst>
            </p:cNvPr>
            <p:cNvCxnSpPr>
              <a:cxnSpLocks/>
            </p:cNvCxnSpPr>
            <p:nvPr/>
          </p:nvCxnSpPr>
          <p:spPr>
            <a:xfrm>
              <a:off x="1717928" y="1653309"/>
              <a:ext cx="10011665" cy="0"/>
            </a:xfrm>
            <a:prstGeom prst="line">
              <a:avLst/>
            </a:prstGeom>
            <a:ln w="9525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61" name="テキスト ボックス 160">
              <a:extLst>
                <a:ext uri="{FF2B5EF4-FFF2-40B4-BE49-F238E27FC236}">
                  <a16:creationId xmlns:a16="http://schemas.microsoft.com/office/drawing/2014/main" id="{CD0C5C01-AAB4-3D15-7A06-7711DAE7523B}"/>
                </a:ext>
              </a:extLst>
            </p:cNvPr>
            <p:cNvSpPr txBox="1"/>
            <p:nvPr/>
          </p:nvSpPr>
          <p:spPr>
            <a:xfrm>
              <a:off x="5605050" y="1384155"/>
              <a:ext cx="223742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sz="1200" b="1" dirty="0">
                  <a:latin typeface="游ゴシック" panose="020B0400000000000000" pitchFamily="50" charset="-128"/>
                  <a:ea typeface="游ゴシック" panose="020B0400000000000000" pitchFamily="50" charset="-128"/>
                </a:rPr>
                <a:t>SOMPO</a:t>
              </a:r>
              <a:r>
                <a:rPr kumimoji="1" lang="ja-JP" altLang="en-US" sz="1200" b="1" dirty="0">
                  <a:latin typeface="游ゴシック" panose="020B0400000000000000" pitchFamily="50" charset="-128"/>
                  <a:ea typeface="游ゴシック" panose="020B0400000000000000" pitchFamily="50" charset="-128"/>
                </a:rPr>
                <a:t>ケア環境</a:t>
              </a:r>
            </a:p>
          </p:txBody>
        </p:sp>
      </p:grpSp>
      <p:grpSp>
        <p:nvGrpSpPr>
          <p:cNvPr id="162" name="グループ化 161">
            <a:extLst>
              <a:ext uri="{FF2B5EF4-FFF2-40B4-BE49-F238E27FC236}">
                <a16:creationId xmlns:a16="http://schemas.microsoft.com/office/drawing/2014/main" id="{36D1AF9F-BFBB-E0E2-5806-0639BE85B5B6}"/>
              </a:ext>
            </a:extLst>
          </p:cNvPr>
          <p:cNvGrpSpPr/>
          <p:nvPr/>
        </p:nvGrpSpPr>
        <p:grpSpPr>
          <a:xfrm>
            <a:off x="624790" y="2054002"/>
            <a:ext cx="1036329" cy="314729"/>
            <a:chOff x="1069239" y="1384155"/>
            <a:chExt cx="11309034" cy="314729"/>
          </a:xfrm>
        </p:grpSpPr>
        <p:cxnSp>
          <p:nvCxnSpPr>
            <p:cNvPr id="163" name="直線コネクタ 162">
              <a:extLst>
                <a:ext uri="{FF2B5EF4-FFF2-40B4-BE49-F238E27FC236}">
                  <a16:creationId xmlns:a16="http://schemas.microsoft.com/office/drawing/2014/main" id="{824379A2-287F-8715-961D-7A78857331DD}"/>
                </a:ext>
              </a:extLst>
            </p:cNvPr>
            <p:cNvCxnSpPr>
              <a:cxnSpLocks/>
            </p:cNvCxnSpPr>
            <p:nvPr/>
          </p:nvCxnSpPr>
          <p:spPr>
            <a:xfrm>
              <a:off x="1717928" y="1653309"/>
              <a:ext cx="10011665" cy="0"/>
            </a:xfrm>
            <a:prstGeom prst="line">
              <a:avLst/>
            </a:prstGeom>
            <a:ln w="9525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65" name="テキスト ボックス 164">
              <a:extLst>
                <a:ext uri="{FF2B5EF4-FFF2-40B4-BE49-F238E27FC236}">
                  <a16:creationId xmlns:a16="http://schemas.microsoft.com/office/drawing/2014/main" id="{6E1B98AE-1C4D-8EE5-5593-A2268FDC7A98}"/>
                </a:ext>
              </a:extLst>
            </p:cNvPr>
            <p:cNvSpPr txBox="1"/>
            <p:nvPr/>
          </p:nvSpPr>
          <p:spPr>
            <a:xfrm>
              <a:off x="1069239" y="1384155"/>
              <a:ext cx="11309034" cy="3147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sz="1200" b="1">
                  <a:latin typeface="游ゴシック" panose="020B0400000000000000" pitchFamily="50" charset="-128"/>
                  <a:ea typeface="游ゴシック" panose="020B0400000000000000" pitchFamily="50" charset="-128"/>
                </a:rPr>
                <a:t>HD</a:t>
              </a:r>
              <a:r>
                <a:rPr kumimoji="1" lang="ja-JP" altLang="en-US" sz="1200" b="1">
                  <a:latin typeface="游ゴシック" panose="020B0400000000000000" pitchFamily="50" charset="-128"/>
                  <a:ea typeface="游ゴシック" panose="020B0400000000000000" pitchFamily="50" charset="-128"/>
                </a:rPr>
                <a:t>環境</a:t>
              </a:r>
            </a:p>
          </p:txBody>
        </p:sp>
      </p:grpSp>
      <p:cxnSp>
        <p:nvCxnSpPr>
          <p:cNvPr id="168" name="コネクタ: カギ線 167">
            <a:extLst>
              <a:ext uri="{FF2B5EF4-FFF2-40B4-BE49-F238E27FC236}">
                <a16:creationId xmlns:a16="http://schemas.microsoft.com/office/drawing/2014/main" id="{C4F614DB-D4E1-3E18-78F9-B8ADFD7EE095}"/>
              </a:ext>
            </a:extLst>
          </p:cNvPr>
          <p:cNvCxnSpPr>
            <a:cxnSpLocks/>
            <a:stCxn id="117" idx="0"/>
            <a:endCxn id="114" idx="2"/>
          </p:cNvCxnSpPr>
          <p:nvPr/>
        </p:nvCxnSpPr>
        <p:spPr>
          <a:xfrm rot="16200000" flipV="1">
            <a:off x="3699575" y="4700293"/>
            <a:ext cx="215631" cy="68441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コネクタ: カギ線 172">
            <a:extLst>
              <a:ext uri="{FF2B5EF4-FFF2-40B4-BE49-F238E27FC236}">
                <a16:creationId xmlns:a16="http://schemas.microsoft.com/office/drawing/2014/main" id="{44408DE0-A137-CB0B-ADED-6498CB87EB16}"/>
              </a:ext>
            </a:extLst>
          </p:cNvPr>
          <p:cNvCxnSpPr>
            <a:cxnSpLocks/>
            <a:stCxn id="131" idx="3"/>
            <a:endCxn id="112" idx="2"/>
          </p:cNvCxnSpPr>
          <p:nvPr/>
        </p:nvCxnSpPr>
        <p:spPr>
          <a:xfrm flipV="1">
            <a:off x="5393486" y="4135589"/>
            <a:ext cx="1187760" cy="122451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コネクタ: カギ線 175">
            <a:extLst>
              <a:ext uri="{FF2B5EF4-FFF2-40B4-BE49-F238E27FC236}">
                <a16:creationId xmlns:a16="http://schemas.microsoft.com/office/drawing/2014/main" id="{752C1BD9-2445-A60A-C2E9-6C432C6DEBED}"/>
              </a:ext>
            </a:extLst>
          </p:cNvPr>
          <p:cNvCxnSpPr>
            <a:cxnSpLocks/>
            <a:stCxn id="60" idx="1"/>
            <a:endCxn id="130" idx="0"/>
          </p:cNvCxnSpPr>
          <p:nvPr/>
        </p:nvCxnSpPr>
        <p:spPr>
          <a:xfrm rot="10800000" flipV="1">
            <a:off x="3464443" y="3291082"/>
            <a:ext cx="4534697" cy="489534"/>
          </a:xfrm>
          <a:prstGeom prst="bentConnector2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コネクタ: カギ線 176">
            <a:extLst>
              <a:ext uri="{FF2B5EF4-FFF2-40B4-BE49-F238E27FC236}">
                <a16:creationId xmlns:a16="http://schemas.microsoft.com/office/drawing/2014/main" id="{DDD6DC34-2982-42EB-43C3-92228EBAF359}"/>
              </a:ext>
            </a:extLst>
          </p:cNvPr>
          <p:cNvCxnSpPr>
            <a:cxnSpLocks/>
            <a:stCxn id="117" idx="0"/>
            <a:endCxn id="133" idx="2"/>
          </p:cNvCxnSpPr>
          <p:nvPr/>
        </p:nvCxnSpPr>
        <p:spPr>
          <a:xfrm rot="5400000" flipH="1" flipV="1">
            <a:off x="4432492" y="4651792"/>
            <a:ext cx="215631" cy="78141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1" name="矢印: 左 180">
            <a:extLst>
              <a:ext uri="{FF2B5EF4-FFF2-40B4-BE49-F238E27FC236}">
                <a16:creationId xmlns:a16="http://schemas.microsoft.com/office/drawing/2014/main" id="{AAEFB334-9155-2575-9FB3-5DB7BBC35611}"/>
              </a:ext>
            </a:extLst>
          </p:cNvPr>
          <p:cNvSpPr/>
          <p:nvPr/>
        </p:nvSpPr>
        <p:spPr>
          <a:xfrm>
            <a:off x="7193549" y="3807926"/>
            <a:ext cx="737306" cy="302983"/>
          </a:xfrm>
          <a:prstGeom prst="lef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900">
                <a:solidFill>
                  <a:schemeClr val="tx1"/>
                </a:solidFill>
                <a:latin typeface="游ゴシック" panose="020B0400000000000000" pitchFamily="50" charset="-128"/>
              </a:rPr>
              <a:t>deploy</a:t>
            </a:r>
            <a:endParaRPr kumimoji="1" lang="ja-JP" altLang="en-US">
              <a:solidFill>
                <a:schemeClr val="tx1"/>
              </a:solidFill>
              <a:latin typeface="游ゴシック" panose="020B0400000000000000" pitchFamily="50" charset="-128"/>
            </a:endParaRPr>
          </a:p>
        </p:txBody>
      </p:sp>
      <p:cxnSp>
        <p:nvCxnSpPr>
          <p:cNvPr id="182" name="コネクタ: カギ線 181">
            <a:extLst>
              <a:ext uri="{FF2B5EF4-FFF2-40B4-BE49-F238E27FC236}">
                <a16:creationId xmlns:a16="http://schemas.microsoft.com/office/drawing/2014/main" id="{6DDA7296-0881-7FCA-C01F-DDF75C7D00DF}"/>
              </a:ext>
            </a:extLst>
          </p:cNvPr>
          <p:cNvCxnSpPr>
            <a:cxnSpLocks/>
            <a:stCxn id="133" idx="0"/>
            <a:endCxn id="131" idx="2"/>
          </p:cNvCxnSpPr>
          <p:nvPr/>
        </p:nvCxnSpPr>
        <p:spPr>
          <a:xfrm rot="16200000" flipV="1">
            <a:off x="4769848" y="4597456"/>
            <a:ext cx="321375" cy="96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コネクタ: カギ線 188">
            <a:extLst>
              <a:ext uri="{FF2B5EF4-FFF2-40B4-BE49-F238E27FC236}">
                <a16:creationId xmlns:a16="http://schemas.microsoft.com/office/drawing/2014/main" id="{B63897A5-7811-CC47-679A-4C0CD3641637}"/>
              </a:ext>
            </a:extLst>
          </p:cNvPr>
          <p:cNvCxnSpPr>
            <a:cxnSpLocks/>
            <a:stCxn id="114" idx="0"/>
            <a:endCxn id="130" idx="2"/>
          </p:cNvCxnSpPr>
          <p:nvPr/>
        </p:nvCxnSpPr>
        <p:spPr>
          <a:xfrm rot="16200000" flipV="1">
            <a:off x="3155020" y="4448465"/>
            <a:ext cx="619585" cy="74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4" name="コネクタ: カギ線 1023">
            <a:extLst>
              <a:ext uri="{FF2B5EF4-FFF2-40B4-BE49-F238E27FC236}">
                <a16:creationId xmlns:a16="http://schemas.microsoft.com/office/drawing/2014/main" id="{64587F49-A8C4-EC8B-3E0C-A19A6BFF0411}"/>
              </a:ext>
            </a:extLst>
          </p:cNvPr>
          <p:cNvCxnSpPr>
            <a:cxnSpLocks/>
            <a:stCxn id="112" idx="1"/>
            <a:endCxn id="130" idx="3"/>
          </p:cNvCxnSpPr>
          <p:nvPr/>
        </p:nvCxnSpPr>
        <p:spPr>
          <a:xfrm rot="10800000" flipV="1">
            <a:off x="4178755" y="3957661"/>
            <a:ext cx="1832370" cy="216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5" name="正方形/長方形 1024">
            <a:extLst>
              <a:ext uri="{FF2B5EF4-FFF2-40B4-BE49-F238E27FC236}">
                <a16:creationId xmlns:a16="http://schemas.microsoft.com/office/drawing/2014/main" id="{B28E40EA-2244-AF29-7872-216FCC7E2559}"/>
              </a:ext>
            </a:extLst>
          </p:cNvPr>
          <p:cNvSpPr/>
          <p:nvPr/>
        </p:nvSpPr>
        <p:spPr>
          <a:xfrm>
            <a:off x="3341449" y="5922307"/>
            <a:ext cx="749222" cy="29621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1000">
                <a:latin typeface="游ゴシック" panose="020B0400000000000000" pitchFamily="50" charset="-128"/>
              </a:rPr>
              <a:t>アプリ</a:t>
            </a:r>
            <a:endParaRPr kumimoji="1" lang="en-US" altLang="ja-JP" sz="1000">
              <a:latin typeface="游ゴシック" panose="020B0400000000000000" pitchFamily="50" charset="-128"/>
            </a:endParaRPr>
          </a:p>
          <a:p>
            <a:pPr algn="ctr"/>
            <a:r>
              <a:rPr kumimoji="1" lang="en-US" altLang="ja-JP" sz="1000">
                <a:latin typeface="游ゴシック" panose="020B0400000000000000" pitchFamily="50" charset="-128"/>
              </a:rPr>
              <a:t>DB</a:t>
            </a:r>
            <a:r>
              <a:rPr lang="ja-JP" altLang="en-US" sz="1000">
                <a:latin typeface="游ゴシック" panose="020B0400000000000000" pitchFamily="50" charset="-128"/>
              </a:rPr>
              <a:t>等</a:t>
            </a:r>
            <a:endParaRPr lang="en-US" altLang="ja-JP" sz="1000">
              <a:latin typeface="游ゴシック" panose="020B0400000000000000" pitchFamily="50" charset="-128"/>
            </a:endParaRPr>
          </a:p>
        </p:txBody>
      </p:sp>
      <p:sp>
        <p:nvSpPr>
          <p:cNvPr id="1028" name="正方形/長方形 1027">
            <a:extLst>
              <a:ext uri="{FF2B5EF4-FFF2-40B4-BE49-F238E27FC236}">
                <a16:creationId xmlns:a16="http://schemas.microsoft.com/office/drawing/2014/main" id="{6844990A-779E-EF0D-2634-F03C062B7F1B}"/>
              </a:ext>
            </a:extLst>
          </p:cNvPr>
          <p:cNvSpPr/>
          <p:nvPr/>
        </p:nvSpPr>
        <p:spPr>
          <a:xfrm>
            <a:off x="4514966" y="5922307"/>
            <a:ext cx="749222" cy="29621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1000">
                <a:latin typeface="游ゴシック" panose="020B0400000000000000" pitchFamily="50" charset="-128"/>
              </a:rPr>
              <a:t>アプリ</a:t>
            </a:r>
            <a:endParaRPr kumimoji="1" lang="en-US" altLang="ja-JP" sz="1000">
              <a:latin typeface="游ゴシック" panose="020B0400000000000000" pitchFamily="50" charset="-128"/>
            </a:endParaRPr>
          </a:p>
          <a:p>
            <a:pPr algn="ctr"/>
            <a:r>
              <a:rPr kumimoji="1" lang="en-US" altLang="ja-JP" sz="1000">
                <a:latin typeface="游ゴシック" panose="020B0400000000000000" pitchFamily="50" charset="-128"/>
              </a:rPr>
              <a:t>DB</a:t>
            </a:r>
            <a:r>
              <a:rPr lang="ja-JP" altLang="en-US" sz="1000">
                <a:latin typeface="游ゴシック" panose="020B0400000000000000" pitchFamily="50" charset="-128"/>
              </a:rPr>
              <a:t>等</a:t>
            </a:r>
            <a:endParaRPr lang="en-US" altLang="ja-JP" sz="1000">
              <a:latin typeface="游ゴシック" panose="020B0400000000000000" pitchFamily="50" charset="-128"/>
            </a:endParaRPr>
          </a:p>
        </p:txBody>
      </p:sp>
      <p:cxnSp>
        <p:nvCxnSpPr>
          <p:cNvPr id="1029" name="直線矢印コネクタ 1028">
            <a:extLst>
              <a:ext uri="{FF2B5EF4-FFF2-40B4-BE49-F238E27FC236}">
                <a16:creationId xmlns:a16="http://schemas.microsoft.com/office/drawing/2014/main" id="{48D7D6C9-E6BF-65EF-6E9C-716EAF9FC345}"/>
              </a:ext>
            </a:extLst>
          </p:cNvPr>
          <p:cNvCxnSpPr>
            <a:cxnSpLocks/>
          </p:cNvCxnSpPr>
          <p:nvPr/>
        </p:nvCxnSpPr>
        <p:spPr>
          <a:xfrm flipV="1">
            <a:off x="3975140" y="5346970"/>
            <a:ext cx="0" cy="57533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0" name="直線矢印コネクタ 1029">
            <a:extLst>
              <a:ext uri="{FF2B5EF4-FFF2-40B4-BE49-F238E27FC236}">
                <a16:creationId xmlns:a16="http://schemas.microsoft.com/office/drawing/2014/main" id="{F39F63D7-489D-8701-6C52-0E4A014A2A5C}"/>
              </a:ext>
            </a:extLst>
          </p:cNvPr>
          <p:cNvCxnSpPr>
            <a:cxnSpLocks/>
            <a:stCxn id="1028" idx="0"/>
          </p:cNvCxnSpPr>
          <p:nvPr/>
        </p:nvCxnSpPr>
        <p:spPr>
          <a:xfrm flipV="1">
            <a:off x="4889577" y="5334001"/>
            <a:ext cx="0" cy="5883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1" name="直線矢印コネクタ 1030">
            <a:extLst>
              <a:ext uri="{FF2B5EF4-FFF2-40B4-BE49-F238E27FC236}">
                <a16:creationId xmlns:a16="http://schemas.microsoft.com/office/drawing/2014/main" id="{1F6B1494-8A25-907E-50B4-93337177B676}"/>
              </a:ext>
            </a:extLst>
          </p:cNvPr>
          <p:cNvCxnSpPr>
            <a:cxnSpLocks/>
            <a:stCxn id="122" idx="3"/>
            <a:endCxn id="117" idx="1"/>
          </p:cNvCxnSpPr>
          <p:nvPr/>
        </p:nvCxnSpPr>
        <p:spPr>
          <a:xfrm flipV="1">
            <a:off x="1497001" y="5248644"/>
            <a:ext cx="1257614" cy="320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2" name="コネクタ: カギ線 1031">
            <a:extLst>
              <a:ext uri="{FF2B5EF4-FFF2-40B4-BE49-F238E27FC236}">
                <a16:creationId xmlns:a16="http://schemas.microsoft.com/office/drawing/2014/main" id="{AD8D3712-07B7-517E-C0B6-C155C194E1BF}"/>
              </a:ext>
            </a:extLst>
          </p:cNvPr>
          <p:cNvCxnSpPr>
            <a:cxnSpLocks/>
            <a:stCxn id="60" idx="2"/>
          </p:cNvCxnSpPr>
          <p:nvPr/>
        </p:nvCxnSpPr>
        <p:spPr>
          <a:xfrm rot="16200000" flipH="1">
            <a:off x="9369110" y="2586248"/>
            <a:ext cx="373535" cy="1973234"/>
          </a:xfrm>
          <a:prstGeom prst="bent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3" name="コネクタ: カギ線 1032">
            <a:extLst>
              <a:ext uri="{FF2B5EF4-FFF2-40B4-BE49-F238E27FC236}">
                <a16:creationId xmlns:a16="http://schemas.microsoft.com/office/drawing/2014/main" id="{AC742FCE-E9FF-F63D-0116-71AFD834DF20}"/>
              </a:ext>
            </a:extLst>
          </p:cNvPr>
          <p:cNvCxnSpPr>
            <a:cxnSpLocks/>
            <a:stCxn id="60" idx="0"/>
            <a:endCxn id="66" idx="2"/>
          </p:cNvCxnSpPr>
          <p:nvPr/>
        </p:nvCxnSpPr>
        <p:spPr>
          <a:xfrm rot="5400000" flipH="1" flipV="1">
            <a:off x="9388109" y="2103360"/>
            <a:ext cx="273858" cy="1911554"/>
          </a:xfrm>
          <a:prstGeom prst="bent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4" name="コネクタ: カギ線 1033">
            <a:extLst>
              <a:ext uri="{FF2B5EF4-FFF2-40B4-BE49-F238E27FC236}">
                <a16:creationId xmlns:a16="http://schemas.microsoft.com/office/drawing/2014/main" id="{FC256F9C-2131-0F8F-81C6-EB1F6D27394E}"/>
              </a:ext>
            </a:extLst>
          </p:cNvPr>
          <p:cNvCxnSpPr>
            <a:cxnSpLocks/>
            <a:stCxn id="105" idx="3"/>
            <a:endCxn id="66" idx="1"/>
          </p:cNvCxnSpPr>
          <p:nvPr/>
        </p:nvCxnSpPr>
        <p:spPr>
          <a:xfrm>
            <a:off x="9139381" y="2734372"/>
            <a:ext cx="1120338" cy="118"/>
          </a:xfrm>
          <a:prstGeom prst="bent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5" name="コネクタ: カギ線 1034">
            <a:extLst>
              <a:ext uri="{FF2B5EF4-FFF2-40B4-BE49-F238E27FC236}">
                <a16:creationId xmlns:a16="http://schemas.microsoft.com/office/drawing/2014/main" id="{4FF9E13E-1E3C-025B-8EB8-C708349456DF}"/>
              </a:ext>
            </a:extLst>
          </p:cNvPr>
          <p:cNvCxnSpPr>
            <a:cxnSpLocks/>
            <a:stCxn id="112" idx="2"/>
            <a:endCxn id="1028" idx="3"/>
          </p:cNvCxnSpPr>
          <p:nvPr/>
        </p:nvCxnSpPr>
        <p:spPr>
          <a:xfrm rot="5400000">
            <a:off x="4955303" y="4444473"/>
            <a:ext cx="1934829" cy="1317058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6" name="矢印: 左 1035">
            <a:extLst>
              <a:ext uri="{FF2B5EF4-FFF2-40B4-BE49-F238E27FC236}">
                <a16:creationId xmlns:a16="http://schemas.microsoft.com/office/drawing/2014/main" id="{F7557465-EDC0-B032-64F2-08936206A69B}"/>
              </a:ext>
            </a:extLst>
          </p:cNvPr>
          <p:cNvSpPr/>
          <p:nvPr/>
        </p:nvSpPr>
        <p:spPr>
          <a:xfrm>
            <a:off x="5556070" y="4689242"/>
            <a:ext cx="2165420" cy="302983"/>
          </a:xfrm>
          <a:prstGeom prst="lef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050">
                <a:solidFill>
                  <a:schemeClr val="tx1"/>
                </a:solidFill>
                <a:latin typeface="游ゴシック" panose="020B0400000000000000" pitchFamily="50" charset="-128"/>
              </a:rPr>
              <a:t>deploy/</a:t>
            </a:r>
            <a:r>
              <a:rPr lang="ja-JP" altLang="en-US" sz="1050">
                <a:solidFill>
                  <a:schemeClr val="tx1"/>
                </a:solidFill>
                <a:latin typeface="游ゴシック" panose="020B0400000000000000" pitchFamily="50" charset="-128"/>
              </a:rPr>
              <a:t>操作</a:t>
            </a:r>
            <a:endParaRPr kumimoji="1" lang="ja-JP" altLang="en-US">
              <a:solidFill>
                <a:schemeClr val="tx1"/>
              </a:solidFill>
              <a:latin typeface="游ゴシック" panose="020B0400000000000000" pitchFamily="50" charset="-128"/>
            </a:endParaRPr>
          </a:p>
        </p:txBody>
      </p:sp>
      <p:cxnSp>
        <p:nvCxnSpPr>
          <p:cNvPr id="1037" name="コネクタ: カギ線 1036">
            <a:extLst>
              <a:ext uri="{FF2B5EF4-FFF2-40B4-BE49-F238E27FC236}">
                <a16:creationId xmlns:a16="http://schemas.microsoft.com/office/drawing/2014/main" id="{B08E51E5-BF4E-C2F9-8D63-2AF4CC971CC6}"/>
              </a:ext>
            </a:extLst>
          </p:cNvPr>
          <p:cNvCxnSpPr>
            <a:cxnSpLocks/>
            <a:stCxn id="130" idx="1"/>
            <a:endCxn id="122" idx="0"/>
          </p:cNvCxnSpPr>
          <p:nvPr/>
        </p:nvCxnSpPr>
        <p:spPr>
          <a:xfrm rot="10800000" flipV="1">
            <a:off x="1156016" y="3959830"/>
            <a:ext cx="1594112" cy="1149709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8" name="直線矢印コネクタ 1037">
            <a:extLst>
              <a:ext uri="{FF2B5EF4-FFF2-40B4-BE49-F238E27FC236}">
                <a16:creationId xmlns:a16="http://schemas.microsoft.com/office/drawing/2014/main" id="{3B495E36-57AF-B554-1CE2-76C56A25F3BA}"/>
              </a:ext>
            </a:extLst>
          </p:cNvPr>
          <p:cNvCxnSpPr>
            <a:cxnSpLocks/>
            <a:stCxn id="60" idx="3"/>
          </p:cNvCxnSpPr>
          <p:nvPr/>
        </p:nvCxnSpPr>
        <p:spPr>
          <a:xfrm>
            <a:off x="9139381" y="3291082"/>
            <a:ext cx="1158709" cy="816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9" name="直線矢印コネクタ 1038">
            <a:extLst>
              <a:ext uri="{FF2B5EF4-FFF2-40B4-BE49-F238E27FC236}">
                <a16:creationId xmlns:a16="http://schemas.microsoft.com/office/drawing/2014/main" id="{DC3349BE-0605-00CC-0C8C-F7118044B504}"/>
              </a:ext>
            </a:extLst>
          </p:cNvPr>
          <p:cNvCxnSpPr>
            <a:cxnSpLocks/>
            <a:stCxn id="115" idx="3"/>
          </p:cNvCxnSpPr>
          <p:nvPr/>
        </p:nvCxnSpPr>
        <p:spPr>
          <a:xfrm flipV="1">
            <a:off x="9139381" y="3966124"/>
            <a:ext cx="1159907" cy="231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0" name="直線矢印コネクタ 1039">
            <a:extLst>
              <a:ext uri="{FF2B5EF4-FFF2-40B4-BE49-F238E27FC236}">
                <a16:creationId xmlns:a16="http://schemas.microsoft.com/office/drawing/2014/main" id="{21FED143-6588-AFCA-9C9D-D858D54A75C0}"/>
              </a:ext>
            </a:extLst>
          </p:cNvPr>
          <p:cNvCxnSpPr>
            <a:cxnSpLocks/>
            <a:stCxn id="110" idx="3"/>
          </p:cNvCxnSpPr>
          <p:nvPr/>
        </p:nvCxnSpPr>
        <p:spPr>
          <a:xfrm flipV="1">
            <a:off x="9139381" y="4859023"/>
            <a:ext cx="1159907" cy="2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1" name="楕円 1040">
            <a:extLst>
              <a:ext uri="{FF2B5EF4-FFF2-40B4-BE49-F238E27FC236}">
                <a16:creationId xmlns:a16="http://schemas.microsoft.com/office/drawing/2014/main" id="{FA1A313D-F8CD-FE0A-ED8C-622B9F0D66D3}"/>
              </a:ext>
            </a:extLst>
          </p:cNvPr>
          <p:cNvSpPr/>
          <p:nvPr/>
        </p:nvSpPr>
        <p:spPr>
          <a:xfrm>
            <a:off x="1652884" y="5147859"/>
            <a:ext cx="169628" cy="15842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" tIns="18000" rIns="0" bIns="0" rtlCol="0" anchor="ctr"/>
          <a:lstStyle/>
          <a:p>
            <a:pPr algn="ctr"/>
            <a:r>
              <a:rPr lang="en-US" altLang="ja-JP" sz="1200" b="1">
                <a:latin typeface="游ゴシック" panose="020B0400000000000000" pitchFamily="50" charset="-128"/>
              </a:rPr>
              <a:t>1</a:t>
            </a:r>
            <a:endParaRPr lang="en-US" altLang="ja-JP" b="1">
              <a:latin typeface="游ゴシック" panose="020B0400000000000000" pitchFamily="50" charset="-128"/>
            </a:endParaRPr>
          </a:p>
        </p:txBody>
      </p:sp>
      <p:sp>
        <p:nvSpPr>
          <p:cNvPr id="1042" name="楕円 1041">
            <a:extLst>
              <a:ext uri="{FF2B5EF4-FFF2-40B4-BE49-F238E27FC236}">
                <a16:creationId xmlns:a16="http://schemas.microsoft.com/office/drawing/2014/main" id="{5D4D821D-4C19-732A-CA3B-13ADEEC55DA4}"/>
              </a:ext>
            </a:extLst>
          </p:cNvPr>
          <p:cNvSpPr/>
          <p:nvPr/>
        </p:nvSpPr>
        <p:spPr>
          <a:xfrm>
            <a:off x="3876946" y="5575570"/>
            <a:ext cx="169628" cy="15842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" tIns="18000" rIns="0" bIns="0" rtlCol="0" anchor="ctr"/>
          <a:lstStyle/>
          <a:p>
            <a:pPr algn="ctr"/>
            <a:r>
              <a:rPr lang="en-US" altLang="ja-JP" sz="1200" b="1">
                <a:latin typeface="游ゴシック" panose="020B0400000000000000" pitchFamily="50" charset="-128"/>
              </a:rPr>
              <a:t>1</a:t>
            </a:r>
            <a:endParaRPr lang="en-US" altLang="ja-JP" b="1">
              <a:latin typeface="游ゴシック" panose="020B0400000000000000" pitchFamily="50" charset="-128"/>
            </a:endParaRPr>
          </a:p>
        </p:txBody>
      </p:sp>
      <p:sp>
        <p:nvSpPr>
          <p:cNvPr id="1043" name="楕円 1042">
            <a:extLst>
              <a:ext uri="{FF2B5EF4-FFF2-40B4-BE49-F238E27FC236}">
                <a16:creationId xmlns:a16="http://schemas.microsoft.com/office/drawing/2014/main" id="{99F0BCF2-BEE4-B9D1-1C00-71D9A49E6354}"/>
              </a:ext>
            </a:extLst>
          </p:cNvPr>
          <p:cNvSpPr/>
          <p:nvPr/>
        </p:nvSpPr>
        <p:spPr>
          <a:xfrm>
            <a:off x="4789923" y="5575570"/>
            <a:ext cx="169628" cy="15842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" tIns="18000" rIns="0" bIns="0" rtlCol="0" anchor="ctr"/>
          <a:lstStyle/>
          <a:p>
            <a:pPr algn="ctr"/>
            <a:r>
              <a:rPr lang="en-US" altLang="ja-JP" sz="1200" b="1">
                <a:latin typeface="游ゴシック" panose="020B0400000000000000" pitchFamily="50" charset="-128"/>
              </a:rPr>
              <a:t>1</a:t>
            </a:r>
            <a:endParaRPr lang="en-US" altLang="ja-JP" b="1">
              <a:latin typeface="游ゴシック" panose="020B0400000000000000" pitchFamily="50" charset="-128"/>
            </a:endParaRPr>
          </a:p>
        </p:txBody>
      </p:sp>
      <p:sp>
        <p:nvSpPr>
          <p:cNvPr id="1044" name="楕円 1043">
            <a:extLst>
              <a:ext uri="{FF2B5EF4-FFF2-40B4-BE49-F238E27FC236}">
                <a16:creationId xmlns:a16="http://schemas.microsoft.com/office/drawing/2014/main" id="{836569F5-BBA6-40E1-B843-674E73EDCA51}"/>
              </a:ext>
            </a:extLst>
          </p:cNvPr>
          <p:cNvSpPr/>
          <p:nvPr/>
        </p:nvSpPr>
        <p:spPr>
          <a:xfrm>
            <a:off x="2714576" y="5105873"/>
            <a:ext cx="169628" cy="15842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" tIns="18000" rIns="0" bIns="0" rtlCol="0" anchor="ctr"/>
          <a:lstStyle/>
          <a:p>
            <a:pPr algn="ctr"/>
            <a:r>
              <a:rPr lang="en-US" altLang="ja-JP" sz="1200" b="1">
                <a:latin typeface="游ゴシック" panose="020B0400000000000000" pitchFamily="50" charset="-128"/>
              </a:rPr>
              <a:t>2</a:t>
            </a:r>
          </a:p>
        </p:txBody>
      </p:sp>
      <p:sp>
        <p:nvSpPr>
          <p:cNvPr id="1045" name="楕円 1044">
            <a:extLst>
              <a:ext uri="{FF2B5EF4-FFF2-40B4-BE49-F238E27FC236}">
                <a16:creationId xmlns:a16="http://schemas.microsoft.com/office/drawing/2014/main" id="{A36E94DB-5AC2-074A-3B73-5CB80AA519A8}"/>
              </a:ext>
            </a:extLst>
          </p:cNvPr>
          <p:cNvSpPr/>
          <p:nvPr/>
        </p:nvSpPr>
        <p:spPr>
          <a:xfrm>
            <a:off x="2693171" y="3670615"/>
            <a:ext cx="169628" cy="15842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" tIns="18000" rIns="0" bIns="0" rtlCol="0" anchor="ctr"/>
          <a:lstStyle/>
          <a:p>
            <a:pPr algn="ctr"/>
            <a:r>
              <a:rPr lang="en-US" altLang="ja-JP" sz="1200" b="1">
                <a:latin typeface="游ゴシック" panose="020B0400000000000000" pitchFamily="50" charset="-128"/>
              </a:rPr>
              <a:t>2</a:t>
            </a:r>
          </a:p>
        </p:txBody>
      </p:sp>
      <p:sp>
        <p:nvSpPr>
          <p:cNvPr id="1046" name="楕円 1045">
            <a:extLst>
              <a:ext uri="{FF2B5EF4-FFF2-40B4-BE49-F238E27FC236}">
                <a16:creationId xmlns:a16="http://schemas.microsoft.com/office/drawing/2014/main" id="{124D0279-9E61-1612-2D3F-7162C0E93520}"/>
              </a:ext>
            </a:extLst>
          </p:cNvPr>
          <p:cNvSpPr/>
          <p:nvPr/>
        </p:nvSpPr>
        <p:spPr>
          <a:xfrm>
            <a:off x="4442102" y="4031081"/>
            <a:ext cx="169628" cy="15842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" tIns="18000" rIns="0" bIns="0" rtlCol="0" anchor="ctr"/>
          <a:lstStyle/>
          <a:p>
            <a:pPr algn="ctr"/>
            <a:r>
              <a:rPr lang="en-US" altLang="ja-JP" sz="1200" b="1">
                <a:latin typeface="游ゴシック" panose="020B0400000000000000" pitchFamily="50" charset="-128"/>
              </a:rPr>
              <a:t>2</a:t>
            </a:r>
          </a:p>
        </p:txBody>
      </p:sp>
      <p:sp>
        <p:nvSpPr>
          <p:cNvPr id="1047" name="楕円 1046">
            <a:extLst>
              <a:ext uri="{FF2B5EF4-FFF2-40B4-BE49-F238E27FC236}">
                <a16:creationId xmlns:a16="http://schemas.microsoft.com/office/drawing/2014/main" id="{56860D5B-EBBB-779C-1AE4-1EC256A0D4F6}"/>
              </a:ext>
            </a:extLst>
          </p:cNvPr>
          <p:cNvSpPr/>
          <p:nvPr/>
        </p:nvSpPr>
        <p:spPr>
          <a:xfrm>
            <a:off x="2714576" y="4438263"/>
            <a:ext cx="169628" cy="15842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" tIns="18000" rIns="0" bIns="0" rtlCol="0" anchor="ctr"/>
          <a:lstStyle/>
          <a:p>
            <a:pPr algn="ctr"/>
            <a:r>
              <a:rPr lang="en-US" altLang="ja-JP" sz="1200" b="1">
                <a:latin typeface="游ゴシック" panose="020B0400000000000000" pitchFamily="50" charset="-128"/>
              </a:rPr>
              <a:t>3</a:t>
            </a:r>
          </a:p>
        </p:txBody>
      </p:sp>
      <p:sp>
        <p:nvSpPr>
          <p:cNvPr id="1048" name="楕円 1047">
            <a:extLst>
              <a:ext uri="{FF2B5EF4-FFF2-40B4-BE49-F238E27FC236}">
                <a16:creationId xmlns:a16="http://schemas.microsoft.com/office/drawing/2014/main" id="{F885AC8B-F62E-48E8-1A27-95DF563DB52C}"/>
              </a:ext>
            </a:extLst>
          </p:cNvPr>
          <p:cNvSpPr/>
          <p:nvPr/>
        </p:nvSpPr>
        <p:spPr>
          <a:xfrm>
            <a:off x="2907948" y="4438263"/>
            <a:ext cx="169628" cy="15842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" tIns="18000" rIns="0" bIns="0" rtlCol="0" anchor="ctr"/>
          <a:lstStyle/>
          <a:p>
            <a:pPr algn="ctr"/>
            <a:r>
              <a:rPr lang="en-US" altLang="ja-JP" sz="1200" b="1">
                <a:latin typeface="游ゴシック" panose="020B0400000000000000" pitchFamily="50" charset="-128"/>
              </a:rPr>
              <a:t>4</a:t>
            </a:r>
          </a:p>
        </p:txBody>
      </p:sp>
      <p:sp>
        <p:nvSpPr>
          <p:cNvPr id="1049" name="楕円 1048">
            <a:extLst>
              <a:ext uri="{FF2B5EF4-FFF2-40B4-BE49-F238E27FC236}">
                <a16:creationId xmlns:a16="http://schemas.microsoft.com/office/drawing/2014/main" id="{2BB597FE-2E7B-261A-1EE8-9809239FE1CA}"/>
              </a:ext>
            </a:extLst>
          </p:cNvPr>
          <p:cNvSpPr/>
          <p:nvPr/>
        </p:nvSpPr>
        <p:spPr>
          <a:xfrm>
            <a:off x="6110526" y="4676739"/>
            <a:ext cx="169628" cy="15842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" tIns="18000" rIns="0" bIns="0" rtlCol="0" anchor="ctr"/>
          <a:lstStyle/>
          <a:p>
            <a:pPr algn="ctr"/>
            <a:r>
              <a:rPr lang="en-US" altLang="ja-JP" sz="1200" b="1">
                <a:latin typeface="游ゴシック" panose="020B0400000000000000" pitchFamily="50" charset="-128"/>
              </a:rPr>
              <a:t>4</a:t>
            </a:r>
          </a:p>
        </p:txBody>
      </p:sp>
      <p:sp>
        <p:nvSpPr>
          <p:cNvPr id="1050" name="楕円 1049">
            <a:extLst>
              <a:ext uri="{FF2B5EF4-FFF2-40B4-BE49-F238E27FC236}">
                <a16:creationId xmlns:a16="http://schemas.microsoft.com/office/drawing/2014/main" id="{6E48A3E2-5B1A-6F2A-99AB-41C714C2A6B5}"/>
              </a:ext>
            </a:extLst>
          </p:cNvPr>
          <p:cNvSpPr/>
          <p:nvPr/>
        </p:nvSpPr>
        <p:spPr>
          <a:xfrm>
            <a:off x="5968494" y="3674968"/>
            <a:ext cx="169628" cy="15842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" tIns="18000" rIns="0" bIns="0" rtlCol="0" anchor="ctr"/>
          <a:lstStyle/>
          <a:p>
            <a:pPr algn="ctr"/>
            <a:r>
              <a:rPr lang="en-US" altLang="ja-JP" sz="1200" b="1">
                <a:latin typeface="游ゴシック" panose="020B0400000000000000" pitchFamily="50" charset="-128"/>
              </a:rPr>
              <a:t>4</a:t>
            </a:r>
          </a:p>
        </p:txBody>
      </p:sp>
      <p:sp>
        <p:nvSpPr>
          <p:cNvPr id="1051" name="楕円 1050">
            <a:extLst>
              <a:ext uri="{FF2B5EF4-FFF2-40B4-BE49-F238E27FC236}">
                <a16:creationId xmlns:a16="http://schemas.microsoft.com/office/drawing/2014/main" id="{E9A11C4F-D654-1D3B-783A-423D6435154E}"/>
              </a:ext>
            </a:extLst>
          </p:cNvPr>
          <p:cNvSpPr/>
          <p:nvPr/>
        </p:nvSpPr>
        <p:spPr>
          <a:xfrm>
            <a:off x="7966063" y="3068058"/>
            <a:ext cx="169628" cy="15842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" tIns="18000" rIns="0" bIns="0" rtlCol="0" anchor="ctr"/>
          <a:lstStyle/>
          <a:p>
            <a:pPr algn="ctr"/>
            <a:r>
              <a:rPr lang="en-US" altLang="ja-JP" sz="1200" b="1">
                <a:latin typeface="游ゴシック" panose="020B0400000000000000" pitchFamily="50" charset="-128"/>
              </a:rPr>
              <a:t>5</a:t>
            </a:r>
          </a:p>
        </p:txBody>
      </p:sp>
      <p:sp>
        <p:nvSpPr>
          <p:cNvPr id="1052" name="楕円 1051">
            <a:extLst>
              <a:ext uri="{FF2B5EF4-FFF2-40B4-BE49-F238E27FC236}">
                <a16:creationId xmlns:a16="http://schemas.microsoft.com/office/drawing/2014/main" id="{ECE1D3A0-8E68-826E-D76B-8A5B2674AD32}"/>
              </a:ext>
            </a:extLst>
          </p:cNvPr>
          <p:cNvSpPr/>
          <p:nvPr/>
        </p:nvSpPr>
        <p:spPr>
          <a:xfrm>
            <a:off x="7968072" y="3674968"/>
            <a:ext cx="169628" cy="15842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" tIns="18000" rIns="0" bIns="0" rtlCol="0" anchor="ctr"/>
          <a:lstStyle/>
          <a:p>
            <a:pPr algn="ctr"/>
            <a:r>
              <a:rPr lang="en-US" altLang="ja-JP" sz="1200" b="1">
                <a:latin typeface="游ゴシック" panose="020B0400000000000000" pitchFamily="50" charset="-128"/>
              </a:rPr>
              <a:t>5</a:t>
            </a:r>
          </a:p>
        </p:txBody>
      </p:sp>
      <p:sp>
        <p:nvSpPr>
          <p:cNvPr id="1053" name="楕円 1052">
            <a:extLst>
              <a:ext uri="{FF2B5EF4-FFF2-40B4-BE49-F238E27FC236}">
                <a16:creationId xmlns:a16="http://schemas.microsoft.com/office/drawing/2014/main" id="{F1FE65A6-71EF-CF98-0364-EC83A26D1013}"/>
              </a:ext>
            </a:extLst>
          </p:cNvPr>
          <p:cNvSpPr/>
          <p:nvPr/>
        </p:nvSpPr>
        <p:spPr>
          <a:xfrm>
            <a:off x="7961131" y="2812785"/>
            <a:ext cx="169628" cy="15842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" tIns="18000" rIns="0" bIns="0" rtlCol="0" anchor="ctr"/>
          <a:lstStyle/>
          <a:p>
            <a:pPr algn="ctr"/>
            <a:r>
              <a:rPr lang="en-US" altLang="ja-JP" sz="1200" b="1">
                <a:latin typeface="游ゴシック" panose="020B0400000000000000" pitchFamily="50" charset="-128"/>
              </a:rPr>
              <a:t>7</a:t>
            </a:r>
          </a:p>
        </p:txBody>
      </p:sp>
      <p:grpSp>
        <p:nvGrpSpPr>
          <p:cNvPr id="1054" name="グループ化 1053">
            <a:extLst>
              <a:ext uri="{FF2B5EF4-FFF2-40B4-BE49-F238E27FC236}">
                <a16:creationId xmlns:a16="http://schemas.microsoft.com/office/drawing/2014/main" id="{A05CA797-38E7-5830-5411-2A760196F83A}"/>
              </a:ext>
            </a:extLst>
          </p:cNvPr>
          <p:cNvGrpSpPr/>
          <p:nvPr/>
        </p:nvGrpSpPr>
        <p:grpSpPr>
          <a:xfrm>
            <a:off x="5112923" y="2718642"/>
            <a:ext cx="2669356" cy="370766"/>
            <a:chOff x="2665811" y="2805733"/>
            <a:chExt cx="2669356" cy="370766"/>
          </a:xfrm>
        </p:grpSpPr>
        <p:sp>
          <p:nvSpPr>
            <p:cNvPr id="1055" name="正方形/長方形 1054">
              <a:extLst>
                <a:ext uri="{FF2B5EF4-FFF2-40B4-BE49-F238E27FC236}">
                  <a16:creationId xmlns:a16="http://schemas.microsoft.com/office/drawing/2014/main" id="{F68E3852-3C50-EBF0-A09A-71E1334EC9DB}"/>
                </a:ext>
              </a:extLst>
            </p:cNvPr>
            <p:cNvSpPr/>
            <p:nvPr/>
          </p:nvSpPr>
          <p:spPr>
            <a:xfrm>
              <a:off x="2665811" y="2805733"/>
              <a:ext cx="2669356" cy="370766"/>
            </a:xfrm>
            <a:prstGeom prst="rect">
              <a:avLst/>
            </a:prstGeom>
            <a:noFill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1100">
                  <a:latin typeface="游ゴシック" panose="020B0400000000000000" pitchFamily="50" charset="-128"/>
                </a:rPr>
                <a:t>共通アクセス</a:t>
              </a:r>
              <a:r>
                <a:rPr lang="ja-JP" altLang="en-US" sz="1100">
                  <a:latin typeface="游ゴシック" panose="020B0400000000000000" pitchFamily="50" charset="-128"/>
                </a:rPr>
                <a:t>データ</a:t>
              </a:r>
              <a:endParaRPr kumimoji="1" lang="en-US" altLang="ja-JP" sz="1100">
                <a:latin typeface="游ゴシック" panose="020B0400000000000000" pitchFamily="50" charset="-128"/>
              </a:endParaRPr>
            </a:p>
            <a:p>
              <a:pPr algn="ctr"/>
              <a:endParaRPr kumimoji="1" lang="ja-JP" altLang="en-US" sz="1100">
                <a:latin typeface="游ゴシック" panose="020B0400000000000000" pitchFamily="50" charset="-128"/>
              </a:endParaRPr>
            </a:p>
          </p:txBody>
        </p:sp>
        <p:sp>
          <p:nvSpPr>
            <p:cNvPr id="1056" name="正方形/長方形 1055">
              <a:extLst>
                <a:ext uri="{FF2B5EF4-FFF2-40B4-BE49-F238E27FC236}">
                  <a16:creationId xmlns:a16="http://schemas.microsoft.com/office/drawing/2014/main" id="{8F04C6E8-C8C6-6106-1E70-B79CB740C026}"/>
                </a:ext>
              </a:extLst>
            </p:cNvPr>
            <p:cNvSpPr/>
            <p:nvPr/>
          </p:nvSpPr>
          <p:spPr>
            <a:xfrm>
              <a:off x="2825909" y="2979496"/>
              <a:ext cx="1137269" cy="152008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ja-JP" altLang="en-US" sz="1050">
                  <a:latin typeface="游ゴシック" panose="020B0400000000000000" pitchFamily="50" charset="-128"/>
                </a:rPr>
                <a:t>データカタログ</a:t>
              </a:r>
              <a:endParaRPr kumimoji="1" lang="ja-JP" altLang="en-US" sz="1050">
                <a:latin typeface="游ゴシック" panose="020B0400000000000000" pitchFamily="50" charset="-128"/>
              </a:endParaRPr>
            </a:p>
          </p:txBody>
        </p:sp>
        <p:sp>
          <p:nvSpPr>
            <p:cNvPr id="1057" name="楕円 1056">
              <a:extLst>
                <a:ext uri="{FF2B5EF4-FFF2-40B4-BE49-F238E27FC236}">
                  <a16:creationId xmlns:a16="http://schemas.microsoft.com/office/drawing/2014/main" id="{336ADD76-B1A2-882E-A05D-38F3C968B033}"/>
                </a:ext>
              </a:extLst>
            </p:cNvPr>
            <p:cNvSpPr/>
            <p:nvPr/>
          </p:nvSpPr>
          <p:spPr>
            <a:xfrm>
              <a:off x="2751591" y="2963952"/>
              <a:ext cx="169628" cy="158422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" tIns="18000" rIns="0" bIns="0" rtlCol="0" anchor="ctr"/>
            <a:lstStyle/>
            <a:p>
              <a:pPr algn="ctr"/>
              <a:r>
                <a:rPr lang="en-US" altLang="ja-JP" sz="1200" b="1">
                  <a:latin typeface="游ゴシック" panose="020B0400000000000000" pitchFamily="50" charset="-128"/>
                </a:rPr>
                <a:t>7</a:t>
              </a:r>
            </a:p>
          </p:txBody>
        </p:sp>
        <p:sp>
          <p:nvSpPr>
            <p:cNvPr id="1058" name="正方形/長方形 1057">
              <a:extLst>
                <a:ext uri="{FF2B5EF4-FFF2-40B4-BE49-F238E27FC236}">
                  <a16:creationId xmlns:a16="http://schemas.microsoft.com/office/drawing/2014/main" id="{296997E3-CCD3-C9D9-F997-C6984749A890}"/>
                </a:ext>
              </a:extLst>
            </p:cNvPr>
            <p:cNvSpPr/>
            <p:nvPr/>
          </p:nvSpPr>
          <p:spPr>
            <a:xfrm>
              <a:off x="4101239" y="2979496"/>
              <a:ext cx="1137269" cy="152008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ja-JP" altLang="en-US" sz="1050">
                  <a:latin typeface="游ゴシック" panose="020B0400000000000000" pitchFamily="50" charset="-128"/>
                </a:rPr>
                <a:t>実行ログ</a:t>
              </a:r>
              <a:endParaRPr kumimoji="1" lang="ja-JP" altLang="en-US" sz="1050">
                <a:latin typeface="游ゴシック" panose="020B0400000000000000" pitchFamily="50" charset="-128"/>
              </a:endParaRPr>
            </a:p>
          </p:txBody>
        </p:sp>
        <p:sp>
          <p:nvSpPr>
            <p:cNvPr id="1059" name="楕円 1058">
              <a:extLst>
                <a:ext uri="{FF2B5EF4-FFF2-40B4-BE49-F238E27FC236}">
                  <a16:creationId xmlns:a16="http://schemas.microsoft.com/office/drawing/2014/main" id="{FB2ABE04-B5AC-BFAE-0B98-07D940E6AA51}"/>
                </a:ext>
              </a:extLst>
            </p:cNvPr>
            <p:cNvSpPr/>
            <p:nvPr/>
          </p:nvSpPr>
          <p:spPr>
            <a:xfrm>
              <a:off x="4030670" y="2963952"/>
              <a:ext cx="169628" cy="158422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" tIns="18000" rIns="0" bIns="0" rtlCol="0" anchor="ctr"/>
            <a:lstStyle/>
            <a:p>
              <a:pPr algn="ctr"/>
              <a:r>
                <a:rPr lang="en-US" altLang="ja-JP" sz="1200" b="1">
                  <a:latin typeface="游ゴシック" panose="020B0400000000000000" pitchFamily="50" charset="-128"/>
                </a:rPr>
                <a:t>7</a:t>
              </a:r>
            </a:p>
          </p:txBody>
        </p:sp>
      </p:grpSp>
      <p:sp>
        <p:nvSpPr>
          <p:cNvPr id="1060" name="楕円 1059">
            <a:extLst>
              <a:ext uri="{FF2B5EF4-FFF2-40B4-BE49-F238E27FC236}">
                <a16:creationId xmlns:a16="http://schemas.microsoft.com/office/drawing/2014/main" id="{8F09CE20-4C0F-805F-35D5-6DDB5086D15C}"/>
              </a:ext>
            </a:extLst>
          </p:cNvPr>
          <p:cNvSpPr/>
          <p:nvPr/>
        </p:nvSpPr>
        <p:spPr>
          <a:xfrm>
            <a:off x="2348759" y="3064896"/>
            <a:ext cx="169628" cy="15842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" tIns="18000" rIns="0" bIns="0" rtlCol="0" anchor="ctr"/>
          <a:lstStyle/>
          <a:p>
            <a:pPr algn="ctr"/>
            <a:r>
              <a:rPr lang="en-US" altLang="ja-JP" sz="1200" b="1">
                <a:latin typeface="游ゴシック" panose="020B0400000000000000" pitchFamily="50" charset="-128"/>
              </a:rPr>
              <a:t>8</a:t>
            </a:r>
          </a:p>
        </p:txBody>
      </p:sp>
      <p:sp>
        <p:nvSpPr>
          <p:cNvPr id="1061" name="楕円 1060">
            <a:extLst>
              <a:ext uri="{FF2B5EF4-FFF2-40B4-BE49-F238E27FC236}">
                <a16:creationId xmlns:a16="http://schemas.microsoft.com/office/drawing/2014/main" id="{2A030472-CFDA-25B6-D30C-8B5ECB1C75F2}"/>
              </a:ext>
            </a:extLst>
          </p:cNvPr>
          <p:cNvSpPr/>
          <p:nvPr/>
        </p:nvSpPr>
        <p:spPr>
          <a:xfrm>
            <a:off x="1967921" y="3064896"/>
            <a:ext cx="169628" cy="15842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" tIns="18000" rIns="0" bIns="0" rtlCol="0" anchor="ctr"/>
          <a:lstStyle/>
          <a:p>
            <a:pPr algn="ctr"/>
            <a:r>
              <a:rPr lang="en-US" altLang="ja-JP" sz="1200" b="1">
                <a:latin typeface="游ゴシック" panose="020B0400000000000000" pitchFamily="50" charset="-128"/>
              </a:rPr>
              <a:t>8</a:t>
            </a:r>
          </a:p>
        </p:txBody>
      </p:sp>
      <p:cxnSp>
        <p:nvCxnSpPr>
          <p:cNvPr id="1062" name="直線矢印コネクタ 1061">
            <a:extLst>
              <a:ext uri="{FF2B5EF4-FFF2-40B4-BE49-F238E27FC236}">
                <a16:creationId xmlns:a16="http://schemas.microsoft.com/office/drawing/2014/main" id="{9D8269A2-7D7B-0DF5-1172-2F39AC963EB1}"/>
              </a:ext>
            </a:extLst>
          </p:cNvPr>
          <p:cNvCxnSpPr>
            <a:cxnSpLocks/>
          </p:cNvCxnSpPr>
          <p:nvPr/>
        </p:nvCxnSpPr>
        <p:spPr>
          <a:xfrm flipV="1">
            <a:off x="2522425" y="5467717"/>
            <a:ext cx="0" cy="2404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3" name="楕円 1062">
            <a:extLst>
              <a:ext uri="{FF2B5EF4-FFF2-40B4-BE49-F238E27FC236}">
                <a16:creationId xmlns:a16="http://schemas.microsoft.com/office/drawing/2014/main" id="{0578F939-FAB4-C7C8-2C53-D1BAD7B7EEA8}"/>
              </a:ext>
            </a:extLst>
          </p:cNvPr>
          <p:cNvSpPr/>
          <p:nvPr/>
        </p:nvSpPr>
        <p:spPr>
          <a:xfrm>
            <a:off x="2440727" y="5580359"/>
            <a:ext cx="169628" cy="15842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" tIns="18000" rIns="0" bIns="0" rtlCol="0" anchor="ctr"/>
          <a:lstStyle/>
          <a:p>
            <a:pPr algn="ctr"/>
            <a:r>
              <a:rPr lang="en-US" altLang="ja-JP" sz="1200" b="1">
                <a:latin typeface="游ゴシック" panose="020B0400000000000000" pitchFamily="50" charset="-128"/>
              </a:rPr>
              <a:t>8</a:t>
            </a:r>
          </a:p>
        </p:txBody>
      </p:sp>
      <p:sp>
        <p:nvSpPr>
          <p:cNvPr id="1064" name="楕円 1063">
            <a:extLst>
              <a:ext uri="{FF2B5EF4-FFF2-40B4-BE49-F238E27FC236}">
                <a16:creationId xmlns:a16="http://schemas.microsoft.com/office/drawing/2014/main" id="{DE3E6671-32B2-CC0C-9613-993D5A8D0AF2}"/>
              </a:ext>
            </a:extLst>
          </p:cNvPr>
          <p:cNvSpPr/>
          <p:nvPr/>
        </p:nvSpPr>
        <p:spPr>
          <a:xfrm>
            <a:off x="7968072" y="3863650"/>
            <a:ext cx="169628" cy="15842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" tIns="18000" rIns="0" bIns="0" rtlCol="0" anchor="ctr"/>
          <a:lstStyle/>
          <a:p>
            <a:pPr algn="ctr"/>
            <a:r>
              <a:rPr lang="en-US" altLang="ja-JP" sz="1200" b="1">
                <a:latin typeface="游ゴシック" panose="020B0400000000000000" pitchFamily="50" charset="-128"/>
              </a:rPr>
              <a:t>9</a:t>
            </a:r>
          </a:p>
        </p:txBody>
      </p:sp>
      <p:sp>
        <p:nvSpPr>
          <p:cNvPr id="1065" name="楕円 1064">
            <a:extLst>
              <a:ext uri="{FF2B5EF4-FFF2-40B4-BE49-F238E27FC236}">
                <a16:creationId xmlns:a16="http://schemas.microsoft.com/office/drawing/2014/main" id="{50212564-AFD7-469E-9121-3415F5BF0FFA}"/>
              </a:ext>
            </a:extLst>
          </p:cNvPr>
          <p:cNvSpPr/>
          <p:nvPr/>
        </p:nvSpPr>
        <p:spPr>
          <a:xfrm>
            <a:off x="7966063" y="4678096"/>
            <a:ext cx="169628" cy="15842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" tIns="18000" rIns="0" bIns="0" rtlCol="0" anchor="ctr"/>
          <a:lstStyle/>
          <a:p>
            <a:pPr algn="ctr"/>
            <a:r>
              <a:rPr lang="en-US" altLang="ja-JP" sz="1200" b="1">
                <a:latin typeface="游ゴシック" panose="020B0400000000000000" pitchFamily="50" charset="-128"/>
              </a:rPr>
              <a:t>9</a:t>
            </a:r>
          </a:p>
        </p:txBody>
      </p:sp>
      <p:sp>
        <p:nvSpPr>
          <p:cNvPr id="1066" name="楕円 1065">
            <a:extLst>
              <a:ext uri="{FF2B5EF4-FFF2-40B4-BE49-F238E27FC236}">
                <a16:creationId xmlns:a16="http://schemas.microsoft.com/office/drawing/2014/main" id="{2897AA46-6CAB-36E7-AC1C-753DDF7DB3E4}"/>
              </a:ext>
            </a:extLst>
          </p:cNvPr>
          <p:cNvSpPr/>
          <p:nvPr/>
        </p:nvSpPr>
        <p:spPr>
          <a:xfrm>
            <a:off x="9090819" y="5649963"/>
            <a:ext cx="169628" cy="15842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" tIns="18000" rIns="0" bIns="0" rtlCol="0" anchor="ctr"/>
          <a:lstStyle/>
          <a:p>
            <a:pPr algn="ctr"/>
            <a:r>
              <a:rPr lang="en-US" altLang="ja-JP" sz="1200" b="1">
                <a:latin typeface="游ゴシック" panose="020B0400000000000000" pitchFamily="50" charset="-128"/>
              </a:rPr>
              <a:t>9</a:t>
            </a:r>
          </a:p>
        </p:txBody>
      </p:sp>
      <p:sp>
        <p:nvSpPr>
          <p:cNvPr id="1067" name="楕円 1066">
            <a:extLst>
              <a:ext uri="{FF2B5EF4-FFF2-40B4-BE49-F238E27FC236}">
                <a16:creationId xmlns:a16="http://schemas.microsoft.com/office/drawing/2014/main" id="{9C539598-819E-DF44-D170-E9CDBD21C6B4}"/>
              </a:ext>
            </a:extLst>
          </p:cNvPr>
          <p:cNvSpPr/>
          <p:nvPr/>
        </p:nvSpPr>
        <p:spPr>
          <a:xfrm>
            <a:off x="8156497" y="2812785"/>
            <a:ext cx="169628" cy="15842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0800" tIns="18000" rIns="0" bIns="0" rtlCol="0" anchor="ctr"/>
          <a:lstStyle/>
          <a:p>
            <a:pPr algn="ctr"/>
            <a:r>
              <a:rPr lang="en-US" altLang="ja-JP" sz="1200" b="1">
                <a:latin typeface="游ゴシック" panose="020B0400000000000000" pitchFamily="50" charset="-128"/>
              </a:rPr>
              <a:t>10</a:t>
            </a:r>
          </a:p>
        </p:txBody>
      </p:sp>
      <p:sp>
        <p:nvSpPr>
          <p:cNvPr id="1068" name="楕円 1067">
            <a:extLst>
              <a:ext uri="{FF2B5EF4-FFF2-40B4-BE49-F238E27FC236}">
                <a16:creationId xmlns:a16="http://schemas.microsoft.com/office/drawing/2014/main" id="{E27BA74E-F4C2-89D6-B490-8A78D912A873}"/>
              </a:ext>
            </a:extLst>
          </p:cNvPr>
          <p:cNvSpPr/>
          <p:nvPr/>
        </p:nvSpPr>
        <p:spPr>
          <a:xfrm>
            <a:off x="8351864" y="2812785"/>
            <a:ext cx="169628" cy="15842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0800" tIns="18000" rIns="0" bIns="0" rtlCol="0" anchor="ctr"/>
          <a:lstStyle/>
          <a:p>
            <a:pPr algn="ctr"/>
            <a:r>
              <a:rPr lang="en-US" altLang="ja-JP" sz="1200" b="1">
                <a:latin typeface="游ゴシック" panose="020B0400000000000000" pitchFamily="50" charset="-128"/>
              </a:rPr>
              <a:t>11</a:t>
            </a:r>
          </a:p>
        </p:txBody>
      </p:sp>
      <p:sp>
        <p:nvSpPr>
          <p:cNvPr id="1069" name="楕円 1068">
            <a:extLst>
              <a:ext uri="{FF2B5EF4-FFF2-40B4-BE49-F238E27FC236}">
                <a16:creationId xmlns:a16="http://schemas.microsoft.com/office/drawing/2014/main" id="{B05D9A10-C98A-2CAB-A072-1FD0C2CC7C73}"/>
              </a:ext>
            </a:extLst>
          </p:cNvPr>
          <p:cNvSpPr/>
          <p:nvPr/>
        </p:nvSpPr>
        <p:spPr>
          <a:xfrm>
            <a:off x="7513385" y="3714074"/>
            <a:ext cx="169628" cy="15842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" tIns="18000" rIns="0" bIns="0" rtlCol="0" anchor="ctr"/>
          <a:lstStyle/>
          <a:p>
            <a:pPr algn="ctr"/>
            <a:r>
              <a:rPr lang="en-US" altLang="ja-JP" sz="1200" b="1">
                <a:latin typeface="游ゴシック" panose="020B0400000000000000" pitchFamily="50" charset="-128"/>
              </a:rPr>
              <a:t>4</a:t>
            </a:r>
          </a:p>
        </p:txBody>
      </p:sp>
      <p:grpSp>
        <p:nvGrpSpPr>
          <p:cNvPr id="1070" name="グループ化 1069">
            <a:extLst>
              <a:ext uri="{FF2B5EF4-FFF2-40B4-BE49-F238E27FC236}">
                <a16:creationId xmlns:a16="http://schemas.microsoft.com/office/drawing/2014/main" id="{C6A8682F-1516-BCC7-816B-3C0DF5D23085}"/>
              </a:ext>
            </a:extLst>
          </p:cNvPr>
          <p:cNvGrpSpPr/>
          <p:nvPr/>
        </p:nvGrpSpPr>
        <p:grpSpPr>
          <a:xfrm>
            <a:off x="689200" y="1668634"/>
            <a:ext cx="2394013" cy="178512"/>
            <a:chOff x="1375028" y="1459249"/>
            <a:chExt cx="2394013" cy="178512"/>
          </a:xfrm>
        </p:grpSpPr>
        <p:sp>
          <p:nvSpPr>
            <p:cNvPr id="1071" name="正方形/長方形 1070">
              <a:extLst>
                <a:ext uri="{FF2B5EF4-FFF2-40B4-BE49-F238E27FC236}">
                  <a16:creationId xmlns:a16="http://schemas.microsoft.com/office/drawing/2014/main" id="{90ECEC03-2F5C-9324-4384-F4806393CD9B}"/>
                </a:ext>
              </a:extLst>
            </p:cNvPr>
            <p:cNvSpPr/>
            <p:nvPr/>
          </p:nvSpPr>
          <p:spPr>
            <a:xfrm>
              <a:off x="1375028" y="1459249"/>
              <a:ext cx="332526" cy="178512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en-US" altLang="ja-JP" sz="1400">
                <a:latin typeface="游ゴシック" panose="020B0400000000000000" pitchFamily="50" charset="-128"/>
              </a:endParaRPr>
            </a:p>
          </p:txBody>
        </p:sp>
        <p:sp>
          <p:nvSpPr>
            <p:cNvPr id="1072" name="正方形/長方形 1071">
              <a:extLst>
                <a:ext uri="{FF2B5EF4-FFF2-40B4-BE49-F238E27FC236}">
                  <a16:creationId xmlns:a16="http://schemas.microsoft.com/office/drawing/2014/main" id="{AF09A8AB-2C6E-654E-F4D7-ACCA0A2D841E}"/>
                </a:ext>
              </a:extLst>
            </p:cNvPr>
            <p:cNvSpPr/>
            <p:nvPr/>
          </p:nvSpPr>
          <p:spPr>
            <a:xfrm>
              <a:off x="1686396" y="1459249"/>
              <a:ext cx="2082645" cy="17851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kumimoji="1" lang="ja-JP" altLang="en-US" sz="1100">
                  <a:latin typeface="游ゴシック" panose="020B0400000000000000" pitchFamily="50" charset="-128"/>
                </a:rPr>
                <a:t>データ</a:t>
              </a:r>
              <a:endParaRPr kumimoji="1" lang="en-US" altLang="ja-JP" sz="1100">
                <a:latin typeface="游ゴシック" panose="020B0400000000000000" pitchFamily="50" charset="-128"/>
              </a:endParaRPr>
            </a:p>
          </p:txBody>
        </p:sp>
      </p:grpSp>
      <p:grpSp>
        <p:nvGrpSpPr>
          <p:cNvPr id="1073" name="グループ化 1072">
            <a:extLst>
              <a:ext uri="{FF2B5EF4-FFF2-40B4-BE49-F238E27FC236}">
                <a16:creationId xmlns:a16="http://schemas.microsoft.com/office/drawing/2014/main" id="{D2FECDF4-EDDA-1D15-4ACA-B94C93D00338}"/>
              </a:ext>
            </a:extLst>
          </p:cNvPr>
          <p:cNvGrpSpPr/>
          <p:nvPr/>
        </p:nvGrpSpPr>
        <p:grpSpPr>
          <a:xfrm>
            <a:off x="1618773" y="1663228"/>
            <a:ext cx="2391472" cy="178512"/>
            <a:chOff x="2065089" y="1541302"/>
            <a:chExt cx="2391472" cy="178512"/>
          </a:xfrm>
        </p:grpSpPr>
        <p:sp>
          <p:nvSpPr>
            <p:cNvPr id="1074" name="正方形/長方形 1073">
              <a:extLst>
                <a:ext uri="{FF2B5EF4-FFF2-40B4-BE49-F238E27FC236}">
                  <a16:creationId xmlns:a16="http://schemas.microsoft.com/office/drawing/2014/main" id="{484932B9-6A9B-5016-1870-E0DC843B3292}"/>
                </a:ext>
              </a:extLst>
            </p:cNvPr>
            <p:cNvSpPr/>
            <p:nvPr/>
          </p:nvSpPr>
          <p:spPr>
            <a:xfrm>
              <a:off x="2065089" y="1541302"/>
              <a:ext cx="332526" cy="178512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vert="horz" rtlCol="0" anchor="ctr"/>
            <a:lstStyle/>
            <a:p>
              <a:pPr algn="ctr"/>
              <a:endParaRPr kumimoji="1" lang="en-US" altLang="ja-JP" sz="1400">
                <a:latin typeface="游ゴシック" panose="020B0400000000000000" pitchFamily="50" charset="-128"/>
              </a:endParaRPr>
            </a:p>
          </p:txBody>
        </p:sp>
        <p:sp>
          <p:nvSpPr>
            <p:cNvPr id="1075" name="正方形/長方形 1074">
              <a:extLst>
                <a:ext uri="{FF2B5EF4-FFF2-40B4-BE49-F238E27FC236}">
                  <a16:creationId xmlns:a16="http://schemas.microsoft.com/office/drawing/2014/main" id="{C5B2F374-A2F5-8C05-38BE-757A8AE1B181}"/>
                </a:ext>
              </a:extLst>
            </p:cNvPr>
            <p:cNvSpPr/>
            <p:nvPr/>
          </p:nvSpPr>
          <p:spPr>
            <a:xfrm>
              <a:off x="2373916" y="1541302"/>
              <a:ext cx="2082645" cy="17851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vert="horz" rtlCol="0" anchor="ctr"/>
            <a:lstStyle/>
            <a:p>
              <a:r>
                <a:rPr kumimoji="1" lang="ja-JP" altLang="en-US" sz="1100">
                  <a:latin typeface="游ゴシック" panose="020B0400000000000000" pitchFamily="50" charset="-128"/>
                </a:rPr>
                <a:t>処理実行の主体</a:t>
              </a:r>
              <a:endParaRPr kumimoji="1" lang="en-US" altLang="ja-JP" sz="1100">
                <a:latin typeface="游ゴシック" panose="020B0400000000000000" pitchFamily="50" charset="-128"/>
              </a:endParaRPr>
            </a:p>
          </p:txBody>
        </p:sp>
      </p:grpSp>
      <p:grpSp>
        <p:nvGrpSpPr>
          <p:cNvPr id="1076" name="グループ化 1075">
            <a:extLst>
              <a:ext uri="{FF2B5EF4-FFF2-40B4-BE49-F238E27FC236}">
                <a16:creationId xmlns:a16="http://schemas.microsoft.com/office/drawing/2014/main" id="{8FFBB911-BB5E-FBF1-30E1-316358EADEAE}"/>
              </a:ext>
            </a:extLst>
          </p:cNvPr>
          <p:cNvGrpSpPr/>
          <p:nvPr/>
        </p:nvGrpSpPr>
        <p:grpSpPr>
          <a:xfrm>
            <a:off x="3164124" y="1647617"/>
            <a:ext cx="2195996" cy="196363"/>
            <a:chOff x="4006680" y="1525691"/>
            <a:chExt cx="2195996" cy="196363"/>
          </a:xfrm>
        </p:grpSpPr>
        <p:sp>
          <p:nvSpPr>
            <p:cNvPr id="1077" name="吹き出し: 角を丸めた四角形 1076">
              <a:extLst>
                <a:ext uri="{FF2B5EF4-FFF2-40B4-BE49-F238E27FC236}">
                  <a16:creationId xmlns:a16="http://schemas.microsoft.com/office/drawing/2014/main" id="{12AC5D68-148B-37B0-3E9C-B9F9A53F98F4}"/>
                </a:ext>
              </a:extLst>
            </p:cNvPr>
            <p:cNvSpPr/>
            <p:nvPr/>
          </p:nvSpPr>
          <p:spPr>
            <a:xfrm>
              <a:off x="4120031" y="1525691"/>
              <a:ext cx="2082645" cy="196363"/>
            </a:xfrm>
            <a:prstGeom prst="wedgeRoundRectCallout">
              <a:avLst>
                <a:gd name="adj1" fmla="val 36940"/>
                <a:gd name="adj2" fmla="val 38198"/>
                <a:gd name="adj3" fmla="val 16667"/>
              </a:avLst>
            </a:prstGeom>
            <a:noFill/>
            <a:ln>
              <a:noFill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kumimoji="1" lang="en-US" altLang="ja-JP" sz="700">
                <a:solidFill>
                  <a:schemeClr val="tx1"/>
                </a:solidFill>
                <a:latin typeface="游ゴシック" panose="020B0400000000000000" pitchFamily="50" charset="-128"/>
              </a:endParaRPr>
            </a:p>
            <a:p>
              <a:r>
                <a:rPr kumimoji="1" lang="ja-JP" altLang="en-US" sz="1100">
                  <a:solidFill>
                    <a:schemeClr val="tx1"/>
                  </a:solidFill>
                  <a:latin typeface="游ゴシック" panose="020B0400000000000000" pitchFamily="50" charset="-128"/>
                </a:rPr>
                <a:t>システム要件</a:t>
              </a:r>
              <a:r>
                <a:rPr lang="en-US" altLang="ja-JP" sz="1100">
                  <a:solidFill>
                    <a:schemeClr val="tx1"/>
                  </a:solidFill>
                  <a:latin typeface="游ゴシック" panose="020B0400000000000000" pitchFamily="50" charset="-128"/>
                </a:rPr>
                <a:t>_</a:t>
              </a:r>
              <a:r>
                <a:rPr lang="ja-JP" altLang="en-US" sz="1100">
                  <a:solidFill>
                    <a:schemeClr val="tx1"/>
                  </a:solidFill>
                  <a:latin typeface="游ゴシック" panose="020B0400000000000000" pitchFamily="50" charset="-128"/>
                </a:rPr>
                <a:t>大分類</a:t>
              </a:r>
              <a:r>
                <a:rPr lang="en-US" altLang="ja-JP" sz="1100">
                  <a:solidFill>
                    <a:schemeClr val="tx1"/>
                  </a:solidFill>
                  <a:latin typeface="游ゴシック" panose="020B0400000000000000" pitchFamily="50" charset="-128"/>
                </a:rPr>
                <a:t>No</a:t>
              </a:r>
            </a:p>
            <a:p>
              <a:r>
                <a:rPr kumimoji="1" lang="en-US" altLang="ja-JP" sz="800">
                  <a:solidFill>
                    <a:schemeClr val="tx1"/>
                  </a:solidFill>
                  <a:latin typeface="游ゴシック" panose="020B0400000000000000" pitchFamily="50" charset="-128"/>
                </a:rPr>
                <a:t>※</a:t>
              </a:r>
              <a:r>
                <a:rPr kumimoji="1" lang="ja-JP" altLang="en-US" sz="800">
                  <a:solidFill>
                    <a:schemeClr val="tx1"/>
                  </a:solidFill>
                  <a:latin typeface="游ゴシック" panose="020B0400000000000000" pitchFamily="50" charset="-128"/>
                </a:rPr>
                <a:t>別紙</a:t>
              </a:r>
              <a:r>
                <a:rPr kumimoji="1" lang="en-US" altLang="ja-JP" sz="800">
                  <a:solidFill>
                    <a:schemeClr val="tx1"/>
                  </a:solidFill>
                  <a:latin typeface="游ゴシック" panose="020B0400000000000000" pitchFamily="50" charset="-128"/>
                </a:rPr>
                <a:t>[</a:t>
              </a:r>
              <a:r>
                <a:rPr kumimoji="1" lang="ja-JP" altLang="en-US" sz="800">
                  <a:solidFill>
                    <a:schemeClr val="tx1"/>
                  </a:solidFill>
                  <a:latin typeface="游ゴシック" panose="020B0400000000000000" pitchFamily="50" charset="-128"/>
                </a:rPr>
                <a:t>システム要件一覧</a:t>
              </a:r>
              <a:r>
                <a:rPr kumimoji="1" lang="en-US" altLang="ja-JP" sz="800">
                  <a:solidFill>
                    <a:schemeClr val="tx1"/>
                  </a:solidFill>
                  <a:latin typeface="游ゴシック" panose="020B0400000000000000" pitchFamily="50" charset="-128"/>
                </a:rPr>
                <a:t>]</a:t>
              </a:r>
              <a:r>
                <a:rPr kumimoji="1" lang="ja-JP" altLang="en-US" sz="800">
                  <a:solidFill>
                    <a:schemeClr val="tx1"/>
                  </a:solidFill>
                  <a:latin typeface="游ゴシック" panose="020B0400000000000000" pitchFamily="50" charset="-128"/>
                </a:rPr>
                <a:t>参照</a:t>
              </a:r>
              <a:endParaRPr kumimoji="1" lang="ja-JP" altLang="en-US" sz="1100">
                <a:solidFill>
                  <a:schemeClr val="tx1"/>
                </a:solidFill>
                <a:latin typeface="游ゴシック" panose="020B0400000000000000" pitchFamily="50" charset="-128"/>
              </a:endParaRPr>
            </a:p>
          </p:txBody>
        </p:sp>
        <p:sp>
          <p:nvSpPr>
            <p:cNvPr id="1078" name="楕円 1077">
              <a:extLst>
                <a:ext uri="{FF2B5EF4-FFF2-40B4-BE49-F238E27FC236}">
                  <a16:creationId xmlns:a16="http://schemas.microsoft.com/office/drawing/2014/main" id="{9DF5B6F6-1D80-258C-468E-13CCB2AF86DA}"/>
                </a:ext>
              </a:extLst>
            </p:cNvPr>
            <p:cNvSpPr/>
            <p:nvPr/>
          </p:nvSpPr>
          <p:spPr>
            <a:xfrm>
              <a:off x="4006680" y="1544661"/>
              <a:ext cx="169628" cy="158422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" tIns="18000" rIns="0" bIns="0" rtlCol="0" anchor="ctr"/>
            <a:lstStyle/>
            <a:p>
              <a:pPr algn="ctr"/>
              <a:r>
                <a:rPr lang="en-US" altLang="ja-JP" sz="1200" b="1">
                  <a:latin typeface="游ゴシック" panose="020B0400000000000000" pitchFamily="50" charset="-128"/>
                </a:rPr>
                <a:t>#</a:t>
              </a:r>
            </a:p>
          </p:txBody>
        </p:sp>
      </p:grpSp>
      <p:grpSp>
        <p:nvGrpSpPr>
          <p:cNvPr id="1079" name="グループ化 1078">
            <a:extLst>
              <a:ext uri="{FF2B5EF4-FFF2-40B4-BE49-F238E27FC236}">
                <a16:creationId xmlns:a16="http://schemas.microsoft.com/office/drawing/2014/main" id="{B3FEFC0A-ABB5-4974-1EA4-B43123E4EBE7}"/>
              </a:ext>
            </a:extLst>
          </p:cNvPr>
          <p:cNvGrpSpPr/>
          <p:nvPr/>
        </p:nvGrpSpPr>
        <p:grpSpPr>
          <a:xfrm>
            <a:off x="5015142" y="1651796"/>
            <a:ext cx="1259593" cy="178512"/>
            <a:chOff x="6109158" y="1529870"/>
            <a:chExt cx="1259593" cy="178512"/>
          </a:xfrm>
        </p:grpSpPr>
        <p:cxnSp>
          <p:nvCxnSpPr>
            <p:cNvPr id="1080" name="直線矢印コネクタ 1079">
              <a:extLst>
                <a:ext uri="{FF2B5EF4-FFF2-40B4-BE49-F238E27FC236}">
                  <a16:creationId xmlns:a16="http://schemas.microsoft.com/office/drawing/2014/main" id="{19FDB0A5-96F7-51DC-9657-016186681744}"/>
                </a:ext>
              </a:extLst>
            </p:cNvPr>
            <p:cNvCxnSpPr>
              <a:cxnSpLocks/>
            </p:cNvCxnSpPr>
            <p:nvPr/>
          </p:nvCxnSpPr>
          <p:spPr>
            <a:xfrm>
              <a:off x="6109158" y="1619126"/>
              <a:ext cx="216000" cy="0"/>
            </a:xfrm>
            <a:prstGeom prst="straightConnector1">
              <a:avLst/>
            </a:prstGeom>
            <a:ln>
              <a:headEnd type="triangle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81" name="吹き出し: 角を丸めた四角形 1080">
              <a:extLst>
                <a:ext uri="{FF2B5EF4-FFF2-40B4-BE49-F238E27FC236}">
                  <a16:creationId xmlns:a16="http://schemas.microsoft.com/office/drawing/2014/main" id="{DFBA2EE4-5C7B-D155-24B1-7BE01884133D}"/>
                </a:ext>
              </a:extLst>
            </p:cNvPr>
            <p:cNvSpPr/>
            <p:nvPr/>
          </p:nvSpPr>
          <p:spPr>
            <a:xfrm>
              <a:off x="6279439" y="1529870"/>
              <a:ext cx="1089312" cy="178512"/>
            </a:xfrm>
            <a:prstGeom prst="wedgeRoundRectCallout">
              <a:avLst>
                <a:gd name="adj1" fmla="val 36940"/>
                <a:gd name="adj2" fmla="val 38198"/>
                <a:gd name="adj3" fmla="val 16667"/>
              </a:avLst>
            </a:prstGeom>
            <a:noFill/>
            <a:ln>
              <a:noFill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ja-JP" altLang="en-US" sz="1100">
                  <a:solidFill>
                    <a:schemeClr val="tx1"/>
                  </a:solidFill>
                  <a:latin typeface="游ゴシック" panose="020B0400000000000000" pitchFamily="50" charset="-128"/>
                </a:rPr>
                <a:t>データの流れ</a:t>
              </a:r>
            </a:p>
          </p:txBody>
        </p:sp>
      </p:grpSp>
      <p:sp>
        <p:nvSpPr>
          <p:cNvPr id="1082" name="矢印: 左 1081">
            <a:extLst>
              <a:ext uri="{FF2B5EF4-FFF2-40B4-BE49-F238E27FC236}">
                <a16:creationId xmlns:a16="http://schemas.microsoft.com/office/drawing/2014/main" id="{C8CB990E-18E9-FD09-8E41-10289190D8FE}"/>
              </a:ext>
            </a:extLst>
          </p:cNvPr>
          <p:cNvSpPr/>
          <p:nvPr/>
        </p:nvSpPr>
        <p:spPr>
          <a:xfrm>
            <a:off x="6281485" y="1641239"/>
            <a:ext cx="416190" cy="188128"/>
          </a:xfrm>
          <a:prstGeom prst="lef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900">
                <a:solidFill>
                  <a:schemeClr val="tx1"/>
                </a:solidFill>
                <a:latin typeface="游ゴシック" panose="020B0400000000000000" pitchFamily="50" charset="-128"/>
              </a:rPr>
              <a:t>deploy</a:t>
            </a:r>
            <a:endParaRPr kumimoji="1" lang="ja-JP" altLang="en-US" sz="900">
              <a:solidFill>
                <a:schemeClr val="tx1"/>
              </a:solidFill>
              <a:latin typeface="游ゴシック" panose="020B0400000000000000" pitchFamily="50" charset="-128"/>
            </a:endParaRPr>
          </a:p>
        </p:txBody>
      </p:sp>
      <p:sp>
        <p:nvSpPr>
          <p:cNvPr id="1083" name="吹き出し: 角を丸めた四角形 1082">
            <a:extLst>
              <a:ext uri="{FF2B5EF4-FFF2-40B4-BE49-F238E27FC236}">
                <a16:creationId xmlns:a16="http://schemas.microsoft.com/office/drawing/2014/main" id="{A5F905F8-E160-67F1-DAB3-2252D6AF11E2}"/>
              </a:ext>
            </a:extLst>
          </p:cNvPr>
          <p:cNvSpPr/>
          <p:nvPr/>
        </p:nvSpPr>
        <p:spPr>
          <a:xfrm>
            <a:off x="6660954" y="1646047"/>
            <a:ext cx="961040" cy="178512"/>
          </a:xfrm>
          <a:prstGeom prst="wedgeRoundRectCallout">
            <a:avLst>
              <a:gd name="adj1" fmla="val 36940"/>
              <a:gd name="adj2" fmla="val 38198"/>
              <a:gd name="adj3" fmla="val 16667"/>
            </a:avLst>
          </a:prstGeom>
          <a:noFill/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1100">
                <a:solidFill>
                  <a:schemeClr val="tx1"/>
                </a:solidFill>
                <a:latin typeface="游ゴシック" panose="020B0400000000000000" pitchFamily="50" charset="-128"/>
              </a:rPr>
              <a:t>PG</a:t>
            </a:r>
            <a:r>
              <a:rPr kumimoji="1" lang="ja-JP" altLang="en-US" sz="1100">
                <a:solidFill>
                  <a:schemeClr val="tx1"/>
                </a:solidFill>
                <a:latin typeface="游ゴシック" panose="020B0400000000000000" pitchFamily="50" charset="-128"/>
              </a:rPr>
              <a:t>リリース</a:t>
            </a:r>
          </a:p>
        </p:txBody>
      </p:sp>
      <p:grpSp>
        <p:nvGrpSpPr>
          <p:cNvPr id="1084" name="グループ化 1083">
            <a:extLst>
              <a:ext uri="{FF2B5EF4-FFF2-40B4-BE49-F238E27FC236}">
                <a16:creationId xmlns:a16="http://schemas.microsoft.com/office/drawing/2014/main" id="{DEACFD92-02F5-613A-D651-0376E20E662E}"/>
              </a:ext>
            </a:extLst>
          </p:cNvPr>
          <p:cNvGrpSpPr/>
          <p:nvPr/>
        </p:nvGrpSpPr>
        <p:grpSpPr>
          <a:xfrm>
            <a:off x="4302911" y="3657600"/>
            <a:ext cx="4942689" cy="1372447"/>
            <a:chOff x="4302911" y="3657600"/>
            <a:chExt cx="4942689" cy="1372447"/>
          </a:xfrm>
        </p:grpSpPr>
        <p:cxnSp>
          <p:nvCxnSpPr>
            <p:cNvPr id="1085" name="直線コネクタ 1084">
              <a:extLst>
                <a:ext uri="{FF2B5EF4-FFF2-40B4-BE49-F238E27FC236}">
                  <a16:creationId xmlns:a16="http://schemas.microsoft.com/office/drawing/2014/main" id="{22DB01E6-941E-C64F-82B8-C767684568A9}"/>
                </a:ext>
              </a:extLst>
            </p:cNvPr>
            <p:cNvCxnSpPr>
              <a:cxnSpLocks/>
            </p:cNvCxnSpPr>
            <p:nvPr/>
          </p:nvCxnSpPr>
          <p:spPr>
            <a:xfrm>
              <a:off x="4321961" y="3657600"/>
              <a:ext cx="0" cy="1354666"/>
            </a:xfrm>
            <a:prstGeom prst="line">
              <a:avLst/>
            </a:prstGeom>
            <a:ln w="28575">
              <a:solidFill>
                <a:schemeClr val="accent6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6" name="直線コネクタ 1085">
              <a:extLst>
                <a:ext uri="{FF2B5EF4-FFF2-40B4-BE49-F238E27FC236}">
                  <a16:creationId xmlns:a16="http://schemas.microsoft.com/office/drawing/2014/main" id="{7524A40D-A0AD-5550-C3B2-E65B6962896A}"/>
                </a:ext>
              </a:extLst>
            </p:cNvPr>
            <p:cNvCxnSpPr>
              <a:cxnSpLocks/>
            </p:cNvCxnSpPr>
            <p:nvPr/>
          </p:nvCxnSpPr>
          <p:spPr>
            <a:xfrm>
              <a:off x="4302911" y="5020975"/>
              <a:ext cx="1346049" cy="0"/>
            </a:xfrm>
            <a:prstGeom prst="line">
              <a:avLst/>
            </a:prstGeom>
            <a:ln w="28575">
              <a:solidFill>
                <a:schemeClr val="accent6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7" name="直線コネクタ 1086">
              <a:extLst>
                <a:ext uri="{FF2B5EF4-FFF2-40B4-BE49-F238E27FC236}">
                  <a16:creationId xmlns:a16="http://schemas.microsoft.com/office/drawing/2014/main" id="{9757CDDA-E863-EEAC-FE95-D91859CA258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61118" y="4457700"/>
              <a:ext cx="0" cy="572347"/>
            </a:xfrm>
            <a:prstGeom prst="line">
              <a:avLst/>
            </a:prstGeom>
            <a:ln w="28575">
              <a:solidFill>
                <a:schemeClr val="accent6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8" name="直線コネクタ 1087">
              <a:extLst>
                <a:ext uri="{FF2B5EF4-FFF2-40B4-BE49-F238E27FC236}">
                  <a16:creationId xmlns:a16="http://schemas.microsoft.com/office/drawing/2014/main" id="{C0631487-A076-73C4-3F68-035DC5D20FB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556070" y="4534747"/>
              <a:ext cx="3689530" cy="0"/>
            </a:xfrm>
            <a:prstGeom prst="line">
              <a:avLst/>
            </a:prstGeom>
            <a:ln w="28575">
              <a:solidFill>
                <a:schemeClr val="accent6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9" name="直線コネクタ 1088">
              <a:extLst>
                <a:ext uri="{FF2B5EF4-FFF2-40B4-BE49-F238E27FC236}">
                  <a16:creationId xmlns:a16="http://schemas.microsoft.com/office/drawing/2014/main" id="{09CC27A8-F5C7-1CF7-C450-90123889A86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245600" y="3657600"/>
              <a:ext cx="0" cy="883920"/>
            </a:xfrm>
            <a:prstGeom prst="line">
              <a:avLst/>
            </a:prstGeom>
            <a:ln w="28575">
              <a:solidFill>
                <a:schemeClr val="accent6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0" name="直線コネクタ 1089">
              <a:extLst>
                <a:ext uri="{FF2B5EF4-FFF2-40B4-BE49-F238E27FC236}">
                  <a16:creationId xmlns:a16="http://schemas.microsoft.com/office/drawing/2014/main" id="{8E2BCEDB-8ABB-0928-9BCD-E4B8B4D31A8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02911" y="3657600"/>
              <a:ext cx="4942689" cy="0"/>
            </a:xfrm>
            <a:prstGeom prst="line">
              <a:avLst/>
            </a:prstGeom>
            <a:ln w="28575">
              <a:solidFill>
                <a:schemeClr val="accent6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091" name="Picture 2" descr="Git 独自の wordmark ロゴ の アイコン">
            <a:extLst>
              <a:ext uri="{FF2B5EF4-FFF2-40B4-BE49-F238E27FC236}">
                <a16:creationId xmlns:a16="http://schemas.microsoft.com/office/drawing/2014/main" id="{8DB226D7-8211-F353-1A2D-DEF87D0865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65104" y="5809893"/>
            <a:ext cx="544632" cy="5446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92" name="正方形/長方形 1091">
            <a:extLst>
              <a:ext uri="{FF2B5EF4-FFF2-40B4-BE49-F238E27FC236}">
                <a16:creationId xmlns:a16="http://schemas.microsoft.com/office/drawing/2014/main" id="{ED8E1C84-BBE7-5498-B98C-4549055CC532}"/>
              </a:ext>
            </a:extLst>
          </p:cNvPr>
          <p:cNvSpPr/>
          <p:nvPr/>
        </p:nvSpPr>
        <p:spPr>
          <a:xfrm>
            <a:off x="4345578" y="3658715"/>
            <a:ext cx="4885509" cy="861034"/>
          </a:xfrm>
          <a:prstGeom prst="rect">
            <a:avLst/>
          </a:prstGeom>
          <a:solidFill>
            <a:schemeClr val="accent2">
              <a:lumMod val="60000"/>
              <a:lumOff val="40000"/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游ゴシック" panose="020B0400000000000000" pitchFamily="50" charset="-128"/>
            </a:endParaRPr>
          </a:p>
        </p:txBody>
      </p:sp>
      <p:sp>
        <p:nvSpPr>
          <p:cNvPr id="1093" name="正方形/長方形 1092">
            <a:extLst>
              <a:ext uri="{FF2B5EF4-FFF2-40B4-BE49-F238E27FC236}">
                <a16:creationId xmlns:a16="http://schemas.microsoft.com/office/drawing/2014/main" id="{F664F33A-3DAF-305C-946A-074ADA7B36E8}"/>
              </a:ext>
            </a:extLst>
          </p:cNvPr>
          <p:cNvSpPr/>
          <p:nvPr/>
        </p:nvSpPr>
        <p:spPr>
          <a:xfrm>
            <a:off x="4346624" y="4500907"/>
            <a:ext cx="1193782" cy="487680"/>
          </a:xfrm>
          <a:prstGeom prst="rect">
            <a:avLst/>
          </a:prstGeom>
          <a:solidFill>
            <a:schemeClr val="accent2">
              <a:lumMod val="60000"/>
              <a:lumOff val="40000"/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游ゴシック" panose="020B0400000000000000" pitchFamily="50" charset="-128"/>
            </a:endParaRPr>
          </a:p>
        </p:txBody>
      </p:sp>
      <p:grpSp>
        <p:nvGrpSpPr>
          <p:cNvPr id="1094" name="グループ化 1093">
            <a:extLst>
              <a:ext uri="{FF2B5EF4-FFF2-40B4-BE49-F238E27FC236}">
                <a16:creationId xmlns:a16="http://schemas.microsoft.com/office/drawing/2014/main" id="{0887C377-FC80-10A6-AF7A-C030DB71607A}"/>
              </a:ext>
            </a:extLst>
          </p:cNvPr>
          <p:cNvGrpSpPr/>
          <p:nvPr/>
        </p:nvGrpSpPr>
        <p:grpSpPr>
          <a:xfrm>
            <a:off x="7594689" y="1651796"/>
            <a:ext cx="1812042" cy="188128"/>
            <a:chOff x="7772489" y="1651796"/>
            <a:chExt cx="1812042" cy="188128"/>
          </a:xfrm>
        </p:grpSpPr>
        <p:sp>
          <p:nvSpPr>
            <p:cNvPr id="1095" name="吹き出し: 角を丸めた四角形 1094">
              <a:extLst>
                <a:ext uri="{FF2B5EF4-FFF2-40B4-BE49-F238E27FC236}">
                  <a16:creationId xmlns:a16="http://schemas.microsoft.com/office/drawing/2014/main" id="{9D4DDFFF-3BE9-2CDD-854F-0AADFCAB1E58}"/>
                </a:ext>
              </a:extLst>
            </p:cNvPr>
            <p:cNvSpPr/>
            <p:nvPr/>
          </p:nvSpPr>
          <p:spPr>
            <a:xfrm>
              <a:off x="8316168" y="1656604"/>
              <a:ext cx="1268363" cy="178512"/>
            </a:xfrm>
            <a:prstGeom prst="wedgeRoundRectCallout">
              <a:avLst>
                <a:gd name="adj1" fmla="val 36940"/>
                <a:gd name="adj2" fmla="val 38198"/>
                <a:gd name="adj3" fmla="val 16667"/>
              </a:avLst>
            </a:prstGeom>
            <a:noFill/>
            <a:ln>
              <a:noFill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ja-JP" altLang="en-US" sz="1100">
                  <a:solidFill>
                    <a:schemeClr val="tx1"/>
                  </a:solidFill>
                  <a:latin typeface="游ゴシック" panose="020B0400000000000000" pitchFamily="50" charset="-128"/>
                </a:rPr>
                <a:t>分割リリース可</a:t>
              </a:r>
            </a:p>
          </p:txBody>
        </p:sp>
        <p:sp>
          <p:nvSpPr>
            <p:cNvPr id="1096" name="正方形/長方形 1095">
              <a:extLst>
                <a:ext uri="{FF2B5EF4-FFF2-40B4-BE49-F238E27FC236}">
                  <a16:creationId xmlns:a16="http://schemas.microsoft.com/office/drawing/2014/main" id="{3906C83C-53B9-D1D7-CCA3-3AF31B36005D}"/>
                </a:ext>
              </a:extLst>
            </p:cNvPr>
            <p:cNvSpPr/>
            <p:nvPr/>
          </p:nvSpPr>
          <p:spPr>
            <a:xfrm>
              <a:off x="7772489" y="1651796"/>
              <a:ext cx="543679" cy="188128"/>
            </a:xfrm>
            <a:prstGeom prst="rect">
              <a:avLst/>
            </a:prstGeom>
            <a:noFill/>
            <a:ln w="28575">
              <a:solidFill>
                <a:schemeClr val="accent6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游ゴシック" panose="020B0400000000000000" pitchFamily="50" charset="-128"/>
              </a:endParaRPr>
            </a:p>
          </p:txBody>
        </p:sp>
        <p:sp>
          <p:nvSpPr>
            <p:cNvPr id="1097" name="正方形/長方形 1096">
              <a:extLst>
                <a:ext uri="{FF2B5EF4-FFF2-40B4-BE49-F238E27FC236}">
                  <a16:creationId xmlns:a16="http://schemas.microsoft.com/office/drawing/2014/main" id="{499BFF38-0442-92CC-1DCE-6C439B90A5F2}"/>
                </a:ext>
              </a:extLst>
            </p:cNvPr>
            <p:cNvSpPr/>
            <p:nvPr/>
          </p:nvSpPr>
          <p:spPr>
            <a:xfrm>
              <a:off x="7779657" y="1666373"/>
              <a:ext cx="543679" cy="172947"/>
            </a:xfrm>
            <a:prstGeom prst="rect">
              <a:avLst/>
            </a:prstGeom>
            <a:solidFill>
              <a:schemeClr val="accent2">
                <a:lumMod val="60000"/>
                <a:lumOff val="40000"/>
                <a:alpha val="28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游ゴシック" panose="020B0400000000000000" pitchFamily="50" charset="-128"/>
              </a:endParaRPr>
            </a:p>
          </p:txBody>
        </p:sp>
      </p:grpSp>
      <p:pic>
        <p:nvPicPr>
          <p:cNvPr id="1098" name="グラフィックス 1097" descr="ユーザー 枠線">
            <a:extLst>
              <a:ext uri="{FF2B5EF4-FFF2-40B4-BE49-F238E27FC236}">
                <a16:creationId xmlns:a16="http://schemas.microsoft.com/office/drawing/2014/main" id="{FE7917FC-025C-AF16-0022-AC48CF6E182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841177" y="2387915"/>
            <a:ext cx="588559" cy="499707"/>
          </a:xfrm>
          <a:prstGeom prst="rect">
            <a:avLst/>
          </a:prstGeom>
        </p:spPr>
      </p:pic>
      <p:grpSp>
        <p:nvGrpSpPr>
          <p:cNvPr id="1099" name="グループ化 1098">
            <a:extLst>
              <a:ext uri="{FF2B5EF4-FFF2-40B4-BE49-F238E27FC236}">
                <a16:creationId xmlns:a16="http://schemas.microsoft.com/office/drawing/2014/main" id="{3E215B6B-D0B6-73BF-5A1E-7CAF3C8021DD}"/>
              </a:ext>
            </a:extLst>
          </p:cNvPr>
          <p:cNvGrpSpPr/>
          <p:nvPr/>
        </p:nvGrpSpPr>
        <p:grpSpPr>
          <a:xfrm>
            <a:off x="9234905" y="1540022"/>
            <a:ext cx="1230238" cy="430887"/>
            <a:chOff x="9565105" y="1537402"/>
            <a:chExt cx="1230238" cy="430887"/>
          </a:xfrm>
        </p:grpSpPr>
        <p:pic>
          <p:nvPicPr>
            <p:cNvPr id="1100" name="グラフィックス 1099" descr="ユーザー 枠線">
              <a:extLst>
                <a:ext uri="{FF2B5EF4-FFF2-40B4-BE49-F238E27FC236}">
                  <a16:creationId xmlns:a16="http://schemas.microsoft.com/office/drawing/2014/main" id="{A44768A8-188B-E4D6-72CC-4C30BD53FB3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9565105" y="1612154"/>
              <a:ext cx="302024" cy="256428"/>
            </a:xfrm>
            <a:prstGeom prst="rect">
              <a:avLst/>
            </a:prstGeom>
          </p:spPr>
        </p:pic>
        <p:sp>
          <p:nvSpPr>
            <p:cNvPr id="1101" name="テキスト ボックス 1100">
              <a:extLst>
                <a:ext uri="{FF2B5EF4-FFF2-40B4-BE49-F238E27FC236}">
                  <a16:creationId xmlns:a16="http://schemas.microsoft.com/office/drawing/2014/main" id="{416F8EAC-8076-C8E2-FCD9-E71BA5FAF21C}"/>
                </a:ext>
              </a:extLst>
            </p:cNvPr>
            <p:cNvSpPr txBox="1"/>
            <p:nvPr/>
          </p:nvSpPr>
          <p:spPr>
            <a:xfrm>
              <a:off x="9710877" y="1537402"/>
              <a:ext cx="1084466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 sz="1100">
                  <a:latin typeface="游ゴシック" panose="020B0400000000000000" pitchFamily="50" charset="-128"/>
                  <a:ea typeface="游ゴシック" panose="020B0400000000000000" pitchFamily="50" charset="-128"/>
                </a:rPr>
                <a:t>コーディング不要な人材</a:t>
              </a:r>
            </a:p>
          </p:txBody>
        </p:sp>
      </p:grpSp>
      <p:grpSp>
        <p:nvGrpSpPr>
          <p:cNvPr id="1102" name="グループ化 1101">
            <a:extLst>
              <a:ext uri="{FF2B5EF4-FFF2-40B4-BE49-F238E27FC236}">
                <a16:creationId xmlns:a16="http://schemas.microsoft.com/office/drawing/2014/main" id="{0C76C7B5-8667-3562-9D4B-30035C43CCBE}"/>
              </a:ext>
            </a:extLst>
          </p:cNvPr>
          <p:cNvGrpSpPr/>
          <p:nvPr/>
        </p:nvGrpSpPr>
        <p:grpSpPr>
          <a:xfrm>
            <a:off x="10411381" y="1540022"/>
            <a:ext cx="1235292" cy="430887"/>
            <a:chOff x="10741581" y="1540022"/>
            <a:chExt cx="1235292" cy="430887"/>
          </a:xfrm>
        </p:grpSpPr>
        <p:pic>
          <p:nvPicPr>
            <p:cNvPr id="1103" name="グラフィックス 1102" descr="ユーザー 単色塗りつぶし">
              <a:extLst>
                <a:ext uri="{FF2B5EF4-FFF2-40B4-BE49-F238E27FC236}">
                  <a16:creationId xmlns:a16="http://schemas.microsoft.com/office/drawing/2014/main" id="{FFB48CD4-0CCC-879D-A2BD-544AB9A46405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0741581" y="1600326"/>
              <a:ext cx="365450" cy="310278"/>
            </a:xfrm>
            <a:prstGeom prst="rect">
              <a:avLst/>
            </a:prstGeom>
          </p:spPr>
        </p:pic>
        <p:sp>
          <p:nvSpPr>
            <p:cNvPr id="1104" name="テキスト ボックス 1103">
              <a:extLst>
                <a:ext uri="{FF2B5EF4-FFF2-40B4-BE49-F238E27FC236}">
                  <a16:creationId xmlns:a16="http://schemas.microsoft.com/office/drawing/2014/main" id="{553E5C62-91CA-79FA-9257-71CEF66BD537}"/>
                </a:ext>
              </a:extLst>
            </p:cNvPr>
            <p:cNvSpPr txBox="1"/>
            <p:nvPr/>
          </p:nvSpPr>
          <p:spPr>
            <a:xfrm>
              <a:off x="10877507" y="1540022"/>
              <a:ext cx="1099366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 sz="1100">
                  <a:latin typeface="游ゴシック" panose="020B0400000000000000" pitchFamily="50" charset="-128"/>
                  <a:ea typeface="游ゴシック" panose="020B0400000000000000" pitchFamily="50" charset="-128"/>
                </a:rPr>
                <a:t>コーディング可能な人材</a:t>
              </a:r>
            </a:p>
          </p:txBody>
        </p:sp>
      </p:grpSp>
      <p:pic>
        <p:nvPicPr>
          <p:cNvPr id="1105" name="Picture 4" descr="Citrix Workspace App - Windows にダウンロードしてインストール | Microsoft Store">
            <a:extLst>
              <a:ext uri="{FF2B5EF4-FFF2-40B4-BE49-F238E27FC236}">
                <a16:creationId xmlns:a16="http://schemas.microsoft.com/office/drawing/2014/main" id="{1EBF90DA-844C-93A1-0D42-4335935882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0712" y="6000300"/>
            <a:ext cx="166680" cy="166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06" name="Picture 8" descr="Azure Entra IDの試用環境を構築する手順 | 🌴 officeの杜 🥥">
            <a:extLst>
              <a:ext uri="{FF2B5EF4-FFF2-40B4-BE49-F238E27FC236}">
                <a16:creationId xmlns:a16="http://schemas.microsoft.com/office/drawing/2014/main" id="{8967533D-79C2-F67C-0E31-494964CBBD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6545" y="5991109"/>
            <a:ext cx="190210" cy="1694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612304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4717</TotalTime>
  <Words>197</Words>
  <Application>Microsoft Office PowerPoint</Application>
  <PresentationFormat>ワイド画面</PresentationFormat>
  <Paragraphs>78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6" baseType="lpstr">
      <vt:lpstr>游ゴシック Light</vt:lpstr>
      <vt:lpstr>Arial</vt:lpstr>
      <vt:lpstr>Century Gothic</vt:lpstr>
      <vt:lpstr>游ゴシック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yoshihisa_kawada</dc:creator>
  <cp:lastModifiedBy>yoshihisa_kawada</cp:lastModifiedBy>
  <cp:revision>24</cp:revision>
  <dcterms:created xsi:type="dcterms:W3CDTF">2026-03-17T04:36:59Z</dcterms:created>
  <dcterms:modified xsi:type="dcterms:W3CDTF">2026-03-31T08:59:58Z</dcterms:modified>
</cp:coreProperties>
</file>